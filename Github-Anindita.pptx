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12.jpg" ContentType="image/jpeg"/>
  <Override PartName="/ppt/media/image22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56" r:id="rId2"/>
    <p:sldId id="305" r:id="rId3"/>
    <p:sldId id="280" r:id="rId4"/>
    <p:sldId id="304" r:id="rId5"/>
    <p:sldId id="281" r:id="rId6"/>
    <p:sldId id="278" r:id="rId7"/>
    <p:sldId id="279" r:id="rId8"/>
    <p:sldId id="282" r:id="rId9"/>
    <p:sldId id="260" r:id="rId10"/>
    <p:sldId id="274" r:id="rId11"/>
    <p:sldId id="273" r:id="rId12"/>
    <p:sldId id="275" r:id="rId13"/>
    <p:sldId id="277" r:id="rId14"/>
    <p:sldId id="268" r:id="rId15"/>
    <p:sldId id="264" r:id="rId16"/>
    <p:sldId id="269" r:id="rId17"/>
    <p:sldId id="271" r:id="rId18"/>
    <p:sldId id="272" r:id="rId19"/>
    <p:sldId id="267" r:id="rId20"/>
    <p:sldId id="301" r:id="rId21"/>
    <p:sldId id="302" r:id="rId22"/>
    <p:sldId id="291" r:id="rId23"/>
    <p:sldId id="290" r:id="rId24"/>
    <p:sldId id="285" r:id="rId25"/>
    <p:sldId id="286" r:id="rId26"/>
    <p:sldId id="283" r:id="rId27"/>
    <p:sldId id="262" r:id="rId28"/>
    <p:sldId id="306" r:id="rId29"/>
    <p:sldId id="287" r:id="rId30"/>
    <p:sldId id="288" r:id="rId31"/>
    <p:sldId id="292" r:id="rId32"/>
    <p:sldId id="293" r:id="rId33"/>
    <p:sldId id="294" r:id="rId34"/>
    <p:sldId id="263" r:id="rId35"/>
    <p:sldId id="295" r:id="rId36"/>
    <p:sldId id="296" r:id="rId37"/>
    <p:sldId id="297" r:id="rId38"/>
    <p:sldId id="300" r:id="rId39"/>
    <p:sldId id="298" r:id="rId40"/>
    <p:sldId id="307" r:id="rId41"/>
    <p:sldId id="308" r:id="rId42"/>
    <p:sldId id="25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980C9C-12C7-4D58-AC68-4B79B9204704}" type="doc">
      <dgm:prSet loTypeId="urn:microsoft.com/office/officeart/2005/8/layout/funnel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E5174F-CAFD-4558-AAE6-64F248115D4D}">
      <dgm:prSet phldrT="[Text]" custT="1"/>
      <dgm:spPr/>
      <dgm:t>
        <a:bodyPr/>
        <a:lstStyle/>
        <a:p>
          <a:r>
            <a:rPr lang="en-US" sz="3600" dirty="0" smtClean="0">
              <a:solidFill>
                <a:schemeClr val="tx1"/>
              </a:solidFill>
            </a:rPr>
            <a:t>Store</a:t>
          </a:r>
          <a:endParaRPr lang="en-US" sz="3600" dirty="0">
            <a:solidFill>
              <a:schemeClr val="tx1"/>
            </a:solidFill>
          </a:endParaRPr>
        </a:p>
      </dgm:t>
    </dgm:pt>
    <dgm:pt modelId="{29C83D10-0B71-4F0B-ACBC-072A4D30FEA1}" type="parTrans" cxnId="{100A0F98-A924-487D-8BE6-F75DE29F1FF6}">
      <dgm:prSet/>
      <dgm:spPr/>
      <dgm:t>
        <a:bodyPr/>
        <a:lstStyle/>
        <a:p>
          <a:endParaRPr lang="en-US"/>
        </a:p>
      </dgm:t>
    </dgm:pt>
    <dgm:pt modelId="{6C9FBAF0-E833-4A4A-A32D-FC5A33641F63}" type="sibTrans" cxnId="{100A0F98-A924-487D-8BE6-F75DE29F1FF6}">
      <dgm:prSet/>
      <dgm:spPr/>
      <dgm:t>
        <a:bodyPr/>
        <a:lstStyle/>
        <a:p>
          <a:endParaRPr lang="en-US"/>
        </a:p>
      </dgm:t>
    </dgm:pt>
    <dgm:pt modelId="{C1DC64D5-E477-4DB2-A88A-A0A4BFC7A0D0}">
      <dgm:prSet phldrT="[Text]" custT="1"/>
      <dgm:spPr/>
      <dgm:t>
        <a:bodyPr/>
        <a:lstStyle/>
        <a:p>
          <a:r>
            <a:rPr lang="en-US" sz="3600" dirty="0" smtClean="0">
              <a:solidFill>
                <a:schemeClr val="tx1"/>
              </a:solidFill>
            </a:rPr>
            <a:t>Write</a:t>
          </a:r>
          <a:endParaRPr lang="en-US" sz="3600" dirty="0">
            <a:solidFill>
              <a:schemeClr val="tx1"/>
            </a:solidFill>
          </a:endParaRPr>
        </a:p>
      </dgm:t>
    </dgm:pt>
    <dgm:pt modelId="{FE8B4FE1-8FB0-4E07-B226-27C0F72A0975}" type="parTrans" cxnId="{B1130CBD-CEFD-4504-97FA-F069D96AF530}">
      <dgm:prSet/>
      <dgm:spPr/>
      <dgm:t>
        <a:bodyPr/>
        <a:lstStyle/>
        <a:p>
          <a:endParaRPr lang="en-US"/>
        </a:p>
      </dgm:t>
    </dgm:pt>
    <dgm:pt modelId="{8B40274E-6C35-42B7-8D37-01DC42D36717}" type="sibTrans" cxnId="{B1130CBD-CEFD-4504-97FA-F069D96AF530}">
      <dgm:prSet/>
      <dgm:spPr/>
      <dgm:t>
        <a:bodyPr/>
        <a:lstStyle/>
        <a:p>
          <a:endParaRPr lang="en-US"/>
        </a:p>
      </dgm:t>
    </dgm:pt>
    <dgm:pt modelId="{0B6B77BD-DA94-4B3B-8BC3-3C6D1B881A9E}">
      <dgm:prSet custT="1"/>
      <dgm:spPr/>
      <dgm:t>
        <a:bodyPr/>
        <a:lstStyle/>
        <a:p>
          <a:r>
            <a:rPr lang="en-US" sz="3000" dirty="0" smtClean="0">
              <a:solidFill>
                <a:schemeClr val="tx1"/>
              </a:solidFill>
            </a:rPr>
            <a:t>Review</a:t>
          </a:r>
          <a:endParaRPr lang="en-US" sz="3000" dirty="0">
            <a:solidFill>
              <a:schemeClr val="tx1"/>
            </a:solidFill>
          </a:endParaRPr>
        </a:p>
      </dgm:t>
    </dgm:pt>
    <dgm:pt modelId="{8CD6C339-5239-4BD7-A770-08B7D54C55D2}" type="parTrans" cxnId="{E5359DE2-E406-496D-8D4F-FE67110B1FE5}">
      <dgm:prSet/>
      <dgm:spPr/>
      <dgm:t>
        <a:bodyPr/>
        <a:lstStyle/>
        <a:p>
          <a:endParaRPr lang="en-US"/>
        </a:p>
      </dgm:t>
    </dgm:pt>
    <dgm:pt modelId="{8C6A827D-D17B-40CC-BD71-01F2BDE6B863}" type="sibTrans" cxnId="{E5359DE2-E406-496D-8D4F-FE67110B1FE5}">
      <dgm:prSet/>
      <dgm:spPr/>
      <dgm:t>
        <a:bodyPr/>
        <a:lstStyle/>
        <a:p>
          <a:endParaRPr lang="en-US"/>
        </a:p>
      </dgm:t>
    </dgm:pt>
    <dgm:pt modelId="{16AA1EC5-097F-4B85-B66F-A2BBA1D48176}">
      <dgm:prSet custT="1"/>
      <dgm:spPr/>
      <dgm:t>
        <a:bodyPr/>
        <a:lstStyle/>
        <a:p>
          <a:r>
            <a:rPr lang="en-US" sz="3200" dirty="0" smtClean="0"/>
            <a:t>Publish</a:t>
          </a:r>
          <a:endParaRPr lang="en-US" sz="3200" dirty="0"/>
        </a:p>
      </dgm:t>
    </dgm:pt>
    <dgm:pt modelId="{7F07A3CB-F04F-4A10-B03F-726A5AF72BD2}" type="parTrans" cxnId="{25E1F168-5149-432D-8070-27891D7F58F0}">
      <dgm:prSet/>
      <dgm:spPr/>
      <dgm:t>
        <a:bodyPr/>
        <a:lstStyle/>
        <a:p>
          <a:endParaRPr lang="en-US"/>
        </a:p>
      </dgm:t>
    </dgm:pt>
    <dgm:pt modelId="{7DF084FC-8DBF-40E7-8C77-4DB41FD360C9}" type="sibTrans" cxnId="{25E1F168-5149-432D-8070-27891D7F58F0}">
      <dgm:prSet/>
      <dgm:spPr/>
      <dgm:t>
        <a:bodyPr/>
        <a:lstStyle/>
        <a:p>
          <a:endParaRPr lang="en-US"/>
        </a:p>
      </dgm:t>
    </dgm:pt>
    <dgm:pt modelId="{2CAC0AE2-C997-4E6D-840A-0F606361701A}" type="pres">
      <dgm:prSet presAssocID="{9A980C9C-12C7-4D58-AC68-4B79B9204704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2C612BA-FF7F-4718-8109-D35D5178C5DD}" type="pres">
      <dgm:prSet presAssocID="{9A980C9C-12C7-4D58-AC68-4B79B9204704}" presName="ellipse" presStyleLbl="trBgShp" presStyleIdx="0" presStyleCnt="1"/>
      <dgm:spPr/>
      <dgm:t>
        <a:bodyPr/>
        <a:lstStyle/>
        <a:p>
          <a:endParaRPr lang="en-US"/>
        </a:p>
      </dgm:t>
    </dgm:pt>
    <dgm:pt modelId="{47D2A767-B242-4C63-99E5-3D87269ADF2E}" type="pres">
      <dgm:prSet presAssocID="{9A980C9C-12C7-4D58-AC68-4B79B9204704}" presName="arrow1" presStyleLbl="fgShp" presStyleIdx="0" presStyleCnt="1"/>
      <dgm:spPr>
        <a:ln>
          <a:solidFill>
            <a:schemeClr val="accent1"/>
          </a:solidFill>
        </a:ln>
      </dgm:spPr>
      <dgm:t>
        <a:bodyPr/>
        <a:lstStyle/>
        <a:p>
          <a:endParaRPr lang="en-US"/>
        </a:p>
      </dgm:t>
    </dgm:pt>
    <dgm:pt modelId="{CE17AE7D-3248-449C-A6E6-7578D13F1140}" type="pres">
      <dgm:prSet presAssocID="{9A980C9C-12C7-4D58-AC68-4B79B9204704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A724F4-BA87-4EC8-B678-BA596ADC498E}" type="pres">
      <dgm:prSet presAssocID="{C1DC64D5-E477-4DB2-A88A-A0A4BFC7A0D0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9C66C7-27B8-43C5-BE52-AC1BB760F142}" type="pres">
      <dgm:prSet presAssocID="{0B6B77BD-DA94-4B3B-8BC3-3C6D1B881A9E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0F3211-2673-4621-BB69-60C0F11690A0}" type="pres">
      <dgm:prSet presAssocID="{16AA1EC5-097F-4B85-B66F-A2BBA1D48176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888E79-ABAC-46D0-87D1-80ECDE272117}" type="pres">
      <dgm:prSet presAssocID="{9A980C9C-12C7-4D58-AC68-4B79B9204704}" presName="funnel" presStyleLbl="trAlignAcc1" presStyleIdx="0" presStyleCnt="1"/>
      <dgm:spPr/>
      <dgm:t>
        <a:bodyPr/>
        <a:lstStyle/>
        <a:p>
          <a:endParaRPr lang="en-US"/>
        </a:p>
      </dgm:t>
    </dgm:pt>
  </dgm:ptLst>
  <dgm:cxnLst>
    <dgm:cxn modelId="{100A0F98-A924-487D-8BE6-F75DE29F1FF6}" srcId="{9A980C9C-12C7-4D58-AC68-4B79B9204704}" destId="{04E5174F-CAFD-4558-AAE6-64F248115D4D}" srcOrd="0" destOrd="0" parTransId="{29C83D10-0B71-4F0B-ACBC-072A4D30FEA1}" sibTransId="{6C9FBAF0-E833-4A4A-A32D-FC5A33641F63}"/>
    <dgm:cxn modelId="{E5359DE2-E406-496D-8D4F-FE67110B1FE5}" srcId="{9A980C9C-12C7-4D58-AC68-4B79B9204704}" destId="{0B6B77BD-DA94-4B3B-8BC3-3C6D1B881A9E}" srcOrd="2" destOrd="0" parTransId="{8CD6C339-5239-4BD7-A770-08B7D54C55D2}" sibTransId="{8C6A827D-D17B-40CC-BD71-01F2BDE6B863}"/>
    <dgm:cxn modelId="{25E1F168-5149-432D-8070-27891D7F58F0}" srcId="{9A980C9C-12C7-4D58-AC68-4B79B9204704}" destId="{16AA1EC5-097F-4B85-B66F-A2BBA1D48176}" srcOrd="3" destOrd="0" parTransId="{7F07A3CB-F04F-4A10-B03F-726A5AF72BD2}" sibTransId="{7DF084FC-8DBF-40E7-8C77-4DB41FD360C9}"/>
    <dgm:cxn modelId="{DAC3B1DC-BC29-4446-83F7-AF55715E1BFD}" type="presOf" srcId="{0B6B77BD-DA94-4B3B-8BC3-3C6D1B881A9E}" destId="{27A724F4-BA87-4EC8-B678-BA596ADC498E}" srcOrd="0" destOrd="0" presId="urn:microsoft.com/office/officeart/2005/8/layout/funnel1"/>
    <dgm:cxn modelId="{FF2ABA13-022F-4789-8FE5-3DFED998E294}" type="presOf" srcId="{9A980C9C-12C7-4D58-AC68-4B79B9204704}" destId="{2CAC0AE2-C997-4E6D-840A-0F606361701A}" srcOrd="0" destOrd="0" presId="urn:microsoft.com/office/officeart/2005/8/layout/funnel1"/>
    <dgm:cxn modelId="{BA6CA2B8-BB45-4F72-8C70-2E540E119583}" type="presOf" srcId="{04E5174F-CAFD-4558-AAE6-64F248115D4D}" destId="{960F3211-2673-4621-BB69-60C0F11690A0}" srcOrd="0" destOrd="0" presId="urn:microsoft.com/office/officeart/2005/8/layout/funnel1"/>
    <dgm:cxn modelId="{E05AF5AE-9D8A-4373-839F-7514FC32FD66}" type="presOf" srcId="{16AA1EC5-097F-4B85-B66F-A2BBA1D48176}" destId="{CE17AE7D-3248-449C-A6E6-7578D13F1140}" srcOrd="0" destOrd="0" presId="urn:microsoft.com/office/officeart/2005/8/layout/funnel1"/>
    <dgm:cxn modelId="{B1130CBD-CEFD-4504-97FA-F069D96AF530}" srcId="{9A980C9C-12C7-4D58-AC68-4B79B9204704}" destId="{C1DC64D5-E477-4DB2-A88A-A0A4BFC7A0D0}" srcOrd="1" destOrd="0" parTransId="{FE8B4FE1-8FB0-4E07-B226-27C0F72A0975}" sibTransId="{8B40274E-6C35-42B7-8D37-01DC42D36717}"/>
    <dgm:cxn modelId="{0F1DD4B2-4B69-4525-9229-408F38EF9130}" type="presOf" srcId="{C1DC64D5-E477-4DB2-A88A-A0A4BFC7A0D0}" destId="{2A9C66C7-27B8-43C5-BE52-AC1BB760F142}" srcOrd="0" destOrd="0" presId="urn:microsoft.com/office/officeart/2005/8/layout/funnel1"/>
    <dgm:cxn modelId="{826E9849-C23A-4599-A165-1CD7DB74C803}" type="presParOf" srcId="{2CAC0AE2-C997-4E6D-840A-0F606361701A}" destId="{D2C612BA-FF7F-4718-8109-D35D5178C5DD}" srcOrd="0" destOrd="0" presId="urn:microsoft.com/office/officeart/2005/8/layout/funnel1"/>
    <dgm:cxn modelId="{B373C4A5-BAB5-4965-88C9-9670DDB71D89}" type="presParOf" srcId="{2CAC0AE2-C997-4E6D-840A-0F606361701A}" destId="{47D2A767-B242-4C63-99E5-3D87269ADF2E}" srcOrd="1" destOrd="0" presId="urn:microsoft.com/office/officeart/2005/8/layout/funnel1"/>
    <dgm:cxn modelId="{1032D6C9-E703-4C79-888C-33F2BB82A7C4}" type="presParOf" srcId="{2CAC0AE2-C997-4E6D-840A-0F606361701A}" destId="{CE17AE7D-3248-449C-A6E6-7578D13F1140}" srcOrd="2" destOrd="0" presId="urn:microsoft.com/office/officeart/2005/8/layout/funnel1"/>
    <dgm:cxn modelId="{4D59ED32-7EA0-44D3-BF24-D878DC9656F4}" type="presParOf" srcId="{2CAC0AE2-C997-4E6D-840A-0F606361701A}" destId="{27A724F4-BA87-4EC8-B678-BA596ADC498E}" srcOrd="3" destOrd="0" presId="urn:microsoft.com/office/officeart/2005/8/layout/funnel1"/>
    <dgm:cxn modelId="{D23B3580-739A-4B14-A96C-A69DE18D521B}" type="presParOf" srcId="{2CAC0AE2-C997-4E6D-840A-0F606361701A}" destId="{2A9C66C7-27B8-43C5-BE52-AC1BB760F142}" srcOrd="4" destOrd="0" presId="urn:microsoft.com/office/officeart/2005/8/layout/funnel1"/>
    <dgm:cxn modelId="{F4A7F43F-8A06-4A3F-9755-A0BD8300E8FC}" type="presParOf" srcId="{2CAC0AE2-C997-4E6D-840A-0F606361701A}" destId="{960F3211-2673-4621-BB69-60C0F11690A0}" srcOrd="5" destOrd="0" presId="urn:microsoft.com/office/officeart/2005/8/layout/funnel1"/>
    <dgm:cxn modelId="{6F1BDA66-A60F-44B2-8D77-6A4F35390FDB}" type="presParOf" srcId="{2CAC0AE2-C997-4E6D-840A-0F606361701A}" destId="{95888E79-ABAC-46D0-87D1-80ECDE27211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D71D83-0BC4-408A-8044-C58F4E3E8B73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54B39C-50EE-4474-839C-02AAEDFE004F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01EC13D5-99F9-4889-911E-6C03B1A371D0}" type="parTrans" cxnId="{2F7CA629-8D30-48B0-8DB6-98969189FDE8}">
      <dgm:prSet/>
      <dgm:spPr/>
      <dgm:t>
        <a:bodyPr/>
        <a:lstStyle/>
        <a:p>
          <a:endParaRPr lang="en-US"/>
        </a:p>
      </dgm:t>
    </dgm:pt>
    <dgm:pt modelId="{A408852E-20B1-437B-BA8C-F85FCDAA9B3C}" type="sibTrans" cxnId="{2F7CA629-8D30-48B0-8DB6-98969189FDE8}">
      <dgm:prSet/>
      <dgm:spPr/>
      <dgm:t>
        <a:bodyPr/>
        <a:lstStyle/>
        <a:p>
          <a:endParaRPr lang="en-US"/>
        </a:p>
      </dgm:t>
    </dgm:pt>
    <dgm:pt modelId="{D7FA08F6-4A39-47AA-84BD-C9531264BEC9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01DC6268-4827-40E0-A861-C6E40FD8C0AA}" type="parTrans" cxnId="{FFBE7AA6-86B9-42FA-8BC6-338563694CBF}">
      <dgm:prSet/>
      <dgm:spPr/>
      <dgm:t>
        <a:bodyPr/>
        <a:lstStyle/>
        <a:p>
          <a:endParaRPr lang="en-US"/>
        </a:p>
      </dgm:t>
    </dgm:pt>
    <dgm:pt modelId="{46DEC890-1004-4778-9020-F06546D2717A}" type="sibTrans" cxnId="{FFBE7AA6-86B9-42FA-8BC6-338563694CBF}">
      <dgm:prSet/>
      <dgm:spPr/>
      <dgm:t>
        <a:bodyPr/>
        <a:lstStyle/>
        <a:p>
          <a:endParaRPr lang="en-US"/>
        </a:p>
      </dgm:t>
    </dgm:pt>
    <dgm:pt modelId="{22CD6EC2-1F73-4D84-8E17-E157286A0B89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DBA10844-C9A2-4EAC-8CD6-B687F9CD9A2D}" type="parTrans" cxnId="{EB94AD6B-8D4C-4E00-8F18-60794E528B42}">
      <dgm:prSet/>
      <dgm:spPr/>
      <dgm:t>
        <a:bodyPr/>
        <a:lstStyle/>
        <a:p>
          <a:endParaRPr lang="en-US"/>
        </a:p>
      </dgm:t>
    </dgm:pt>
    <dgm:pt modelId="{B8C00F91-77EA-4CE3-8374-78873F491ADE}" type="sibTrans" cxnId="{EB94AD6B-8D4C-4E00-8F18-60794E528B42}">
      <dgm:prSet/>
      <dgm:spPr/>
      <dgm:t>
        <a:bodyPr/>
        <a:lstStyle/>
        <a:p>
          <a:endParaRPr lang="en-US"/>
        </a:p>
      </dgm:t>
    </dgm:pt>
    <dgm:pt modelId="{9A1AD667-B4D2-4F86-9B07-70F9063E7C7B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4FE1B5BF-7A31-4BE3-9FFF-EEE7886E21A9}" type="parTrans" cxnId="{FC59E574-4640-4153-B0CD-E713CD7C8004}">
      <dgm:prSet/>
      <dgm:spPr/>
      <dgm:t>
        <a:bodyPr/>
        <a:lstStyle/>
        <a:p>
          <a:endParaRPr lang="en-US"/>
        </a:p>
      </dgm:t>
    </dgm:pt>
    <dgm:pt modelId="{73B94BC3-3B20-4731-8DB2-5797EB2713EE}" type="sibTrans" cxnId="{FC59E574-4640-4153-B0CD-E713CD7C8004}">
      <dgm:prSet/>
      <dgm:spPr/>
      <dgm:t>
        <a:bodyPr/>
        <a:lstStyle/>
        <a:p>
          <a:endParaRPr lang="en-US"/>
        </a:p>
      </dgm:t>
    </dgm:pt>
    <dgm:pt modelId="{03EB3EA2-04B5-4199-BE8C-F9B3380DD2EA}" type="pres">
      <dgm:prSet presAssocID="{98D71D83-0BC4-408A-8044-C58F4E3E8B7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9100D7F-EB2A-4A05-9498-94413CD6CC2E}" type="pres">
      <dgm:prSet presAssocID="{9E54B39C-50EE-4474-839C-02AAEDFE004F}" presName="compNode" presStyleCnt="0"/>
      <dgm:spPr/>
    </dgm:pt>
    <dgm:pt modelId="{A343D063-6EB4-45E6-8F93-60D7ECC9FF4D}" type="pres">
      <dgm:prSet presAssocID="{9E54B39C-50EE-4474-839C-02AAEDFE004F}" presName="pictRect" presStyleLbl="node1" presStyleIdx="0" presStyleCnt="4" custLinFactNeighborX="-14051" custLinFactNeighborY="468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</dgm:spPr>
    </dgm:pt>
    <dgm:pt modelId="{8B8DFA0C-90A7-457D-8561-16934EF6F209}" type="pres">
      <dgm:prSet presAssocID="{9E54B39C-50EE-4474-839C-02AAEDFE004F}" presName="textRec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E84456-CA62-4B89-8C86-0B6C06929484}" type="pres">
      <dgm:prSet presAssocID="{A408852E-20B1-437B-BA8C-F85FCDAA9B3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BA6AB97-113B-4AAE-84E6-3F48ED040D08}" type="pres">
      <dgm:prSet presAssocID="{D7FA08F6-4A39-47AA-84BD-C9531264BEC9}" presName="compNode" presStyleCnt="0"/>
      <dgm:spPr/>
    </dgm:pt>
    <dgm:pt modelId="{D767D48A-ACA9-41F6-B17A-2FE9A189242B}" type="pres">
      <dgm:prSet presAssocID="{D7FA08F6-4A39-47AA-84BD-C9531264BEC9}" presName="pictRect" presStyleLbl="node1" presStyleIdx="1" presStyleCnt="4" custLinFactNeighborX="19197" custLinFactNeighborY="34128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</dgm:spPr>
    </dgm:pt>
    <dgm:pt modelId="{FA0C891E-F872-4C5B-903D-FE8E419FF58C}" type="pres">
      <dgm:prSet presAssocID="{D7FA08F6-4A39-47AA-84BD-C9531264BEC9}" presName="textRec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05F06F-613C-4850-A1AD-DD652A3E3D38}" type="pres">
      <dgm:prSet presAssocID="{46DEC890-1004-4778-9020-F06546D2717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CA8F348-5595-4B7B-B84F-96F7151AB287}" type="pres">
      <dgm:prSet presAssocID="{22CD6EC2-1F73-4D84-8E17-E157286A0B89}" presName="compNode" presStyleCnt="0"/>
      <dgm:spPr/>
    </dgm:pt>
    <dgm:pt modelId="{DFBFD9B0-A634-4D16-B971-F002E04B77B5}" type="pres">
      <dgm:prSet presAssocID="{22CD6EC2-1F73-4D84-8E17-E157286A0B89}" presName="pictRect" presStyleLbl="node1" presStyleIdx="2" presStyleCnt="4" custLinFactX="4585" custLinFactNeighborX="100000" custLinFactNeighborY="657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</dgm:spPr>
    </dgm:pt>
    <dgm:pt modelId="{A78E160E-FA07-4245-872A-602C76C56DF8}" type="pres">
      <dgm:prSet presAssocID="{22CD6EC2-1F73-4D84-8E17-E157286A0B89}" presName="textRec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BDAF96-54F5-4221-917B-45DCCE3883B6}" type="pres">
      <dgm:prSet presAssocID="{B8C00F91-77EA-4CE3-8374-78873F491AD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B102B9F-C1EA-4605-8107-FFE1C8F1E89F}" type="pres">
      <dgm:prSet presAssocID="{9A1AD667-B4D2-4F86-9B07-70F9063E7C7B}" presName="compNode" presStyleCnt="0"/>
      <dgm:spPr/>
    </dgm:pt>
    <dgm:pt modelId="{69BDB94C-8EB1-43CD-B93A-DBE5D06BBE2A}" type="pres">
      <dgm:prSet presAssocID="{9A1AD667-B4D2-4F86-9B07-70F9063E7C7B}" presName="pictRect" presStyleLbl="node1" presStyleIdx="3" presStyleCnt="4" custLinFactX="-21204" custLinFactNeighborX="-100000" custLinFactNeighborY="-7257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32D9AF8A-4551-46B1-82CD-CA9677E007E7}" type="pres">
      <dgm:prSet presAssocID="{9A1AD667-B4D2-4F86-9B07-70F9063E7C7B}" presName="textRec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F7CA629-8D30-48B0-8DB6-98969189FDE8}" srcId="{98D71D83-0BC4-408A-8044-C58F4E3E8B73}" destId="{9E54B39C-50EE-4474-839C-02AAEDFE004F}" srcOrd="0" destOrd="0" parTransId="{01EC13D5-99F9-4889-911E-6C03B1A371D0}" sibTransId="{A408852E-20B1-437B-BA8C-F85FCDAA9B3C}"/>
    <dgm:cxn modelId="{DA249156-B9C3-4969-9C40-F83EC1C284D9}" type="presOf" srcId="{9A1AD667-B4D2-4F86-9B07-70F9063E7C7B}" destId="{32D9AF8A-4551-46B1-82CD-CA9677E007E7}" srcOrd="0" destOrd="0" presId="urn:microsoft.com/office/officeart/2005/8/layout/pList1"/>
    <dgm:cxn modelId="{E6C87CE2-5983-46D4-B056-052B10525B6C}" type="presOf" srcId="{46DEC890-1004-4778-9020-F06546D2717A}" destId="{AC05F06F-613C-4850-A1AD-DD652A3E3D38}" srcOrd="0" destOrd="0" presId="urn:microsoft.com/office/officeart/2005/8/layout/pList1"/>
    <dgm:cxn modelId="{E1A19ABB-DBD9-4CCC-BA0D-36CC9CC819BE}" type="presOf" srcId="{A408852E-20B1-437B-BA8C-F85FCDAA9B3C}" destId="{C0E84456-CA62-4B89-8C86-0B6C06929484}" srcOrd="0" destOrd="0" presId="urn:microsoft.com/office/officeart/2005/8/layout/pList1"/>
    <dgm:cxn modelId="{FFBE7AA6-86B9-42FA-8BC6-338563694CBF}" srcId="{98D71D83-0BC4-408A-8044-C58F4E3E8B73}" destId="{D7FA08F6-4A39-47AA-84BD-C9531264BEC9}" srcOrd="1" destOrd="0" parTransId="{01DC6268-4827-40E0-A861-C6E40FD8C0AA}" sibTransId="{46DEC890-1004-4778-9020-F06546D2717A}"/>
    <dgm:cxn modelId="{FC59E574-4640-4153-B0CD-E713CD7C8004}" srcId="{98D71D83-0BC4-408A-8044-C58F4E3E8B73}" destId="{9A1AD667-B4D2-4F86-9B07-70F9063E7C7B}" srcOrd="3" destOrd="0" parTransId="{4FE1B5BF-7A31-4BE3-9FFF-EEE7886E21A9}" sibTransId="{73B94BC3-3B20-4731-8DB2-5797EB2713EE}"/>
    <dgm:cxn modelId="{EB94AD6B-8D4C-4E00-8F18-60794E528B42}" srcId="{98D71D83-0BC4-408A-8044-C58F4E3E8B73}" destId="{22CD6EC2-1F73-4D84-8E17-E157286A0B89}" srcOrd="2" destOrd="0" parTransId="{DBA10844-C9A2-4EAC-8CD6-B687F9CD9A2D}" sibTransId="{B8C00F91-77EA-4CE3-8374-78873F491ADE}"/>
    <dgm:cxn modelId="{C76BFC8D-E0C4-4EC0-94DE-740A62DD62CD}" type="presOf" srcId="{9E54B39C-50EE-4474-839C-02AAEDFE004F}" destId="{8B8DFA0C-90A7-457D-8561-16934EF6F209}" srcOrd="0" destOrd="0" presId="urn:microsoft.com/office/officeart/2005/8/layout/pList1"/>
    <dgm:cxn modelId="{DAD19FAD-7A8A-43C7-8E2C-A16225CD9449}" type="presOf" srcId="{B8C00F91-77EA-4CE3-8374-78873F491ADE}" destId="{83BDAF96-54F5-4221-917B-45DCCE3883B6}" srcOrd="0" destOrd="0" presId="urn:microsoft.com/office/officeart/2005/8/layout/pList1"/>
    <dgm:cxn modelId="{1A581B96-57FF-4868-A507-8AC18EF8AAD8}" type="presOf" srcId="{22CD6EC2-1F73-4D84-8E17-E157286A0B89}" destId="{A78E160E-FA07-4245-872A-602C76C56DF8}" srcOrd="0" destOrd="0" presId="urn:microsoft.com/office/officeart/2005/8/layout/pList1"/>
    <dgm:cxn modelId="{8CDD0E56-F2E2-4FB2-9CE4-C72785750BEB}" type="presOf" srcId="{D7FA08F6-4A39-47AA-84BD-C9531264BEC9}" destId="{FA0C891E-F872-4C5B-903D-FE8E419FF58C}" srcOrd="0" destOrd="0" presId="urn:microsoft.com/office/officeart/2005/8/layout/pList1"/>
    <dgm:cxn modelId="{30B05467-6E23-4859-B9D5-DFE1D19C45E5}" type="presOf" srcId="{98D71D83-0BC4-408A-8044-C58F4E3E8B73}" destId="{03EB3EA2-04B5-4199-BE8C-F9B3380DD2EA}" srcOrd="0" destOrd="0" presId="urn:microsoft.com/office/officeart/2005/8/layout/pList1"/>
    <dgm:cxn modelId="{85858A63-03EE-4FCE-958E-2194F77E9B32}" type="presParOf" srcId="{03EB3EA2-04B5-4199-BE8C-F9B3380DD2EA}" destId="{09100D7F-EB2A-4A05-9498-94413CD6CC2E}" srcOrd="0" destOrd="0" presId="urn:microsoft.com/office/officeart/2005/8/layout/pList1"/>
    <dgm:cxn modelId="{B40D33E7-01DC-4649-890E-A62303C1D859}" type="presParOf" srcId="{09100D7F-EB2A-4A05-9498-94413CD6CC2E}" destId="{A343D063-6EB4-45E6-8F93-60D7ECC9FF4D}" srcOrd="0" destOrd="0" presId="urn:microsoft.com/office/officeart/2005/8/layout/pList1"/>
    <dgm:cxn modelId="{FE787C67-FD57-4CBB-9CC5-9B03E9C1C182}" type="presParOf" srcId="{09100D7F-EB2A-4A05-9498-94413CD6CC2E}" destId="{8B8DFA0C-90A7-457D-8561-16934EF6F209}" srcOrd="1" destOrd="0" presId="urn:microsoft.com/office/officeart/2005/8/layout/pList1"/>
    <dgm:cxn modelId="{7456008C-0810-44D8-A67E-C10D63A1BB00}" type="presParOf" srcId="{03EB3EA2-04B5-4199-BE8C-F9B3380DD2EA}" destId="{C0E84456-CA62-4B89-8C86-0B6C06929484}" srcOrd="1" destOrd="0" presId="urn:microsoft.com/office/officeart/2005/8/layout/pList1"/>
    <dgm:cxn modelId="{BDF3E394-6605-4613-A084-8EDB405B0096}" type="presParOf" srcId="{03EB3EA2-04B5-4199-BE8C-F9B3380DD2EA}" destId="{ABA6AB97-113B-4AAE-84E6-3F48ED040D08}" srcOrd="2" destOrd="0" presId="urn:microsoft.com/office/officeart/2005/8/layout/pList1"/>
    <dgm:cxn modelId="{4D8917CD-2ED1-4C62-8C71-230FB36C3EAC}" type="presParOf" srcId="{ABA6AB97-113B-4AAE-84E6-3F48ED040D08}" destId="{D767D48A-ACA9-41F6-B17A-2FE9A189242B}" srcOrd="0" destOrd="0" presId="urn:microsoft.com/office/officeart/2005/8/layout/pList1"/>
    <dgm:cxn modelId="{D6BA8F5D-4DAA-4984-A67E-6FEC15B82CD6}" type="presParOf" srcId="{ABA6AB97-113B-4AAE-84E6-3F48ED040D08}" destId="{FA0C891E-F872-4C5B-903D-FE8E419FF58C}" srcOrd="1" destOrd="0" presId="urn:microsoft.com/office/officeart/2005/8/layout/pList1"/>
    <dgm:cxn modelId="{04616685-5430-4785-9515-C3CE049A7009}" type="presParOf" srcId="{03EB3EA2-04B5-4199-BE8C-F9B3380DD2EA}" destId="{AC05F06F-613C-4850-A1AD-DD652A3E3D38}" srcOrd="3" destOrd="0" presId="urn:microsoft.com/office/officeart/2005/8/layout/pList1"/>
    <dgm:cxn modelId="{5AF92FC2-CBC9-4F62-804B-82BD7740209E}" type="presParOf" srcId="{03EB3EA2-04B5-4199-BE8C-F9B3380DD2EA}" destId="{6CA8F348-5595-4B7B-B84F-96F7151AB287}" srcOrd="4" destOrd="0" presId="urn:microsoft.com/office/officeart/2005/8/layout/pList1"/>
    <dgm:cxn modelId="{0B03D96C-EA28-43D0-8FAB-272D0F97EDE4}" type="presParOf" srcId="{6CA8F348-5595-4B7B-B84F-96F7151AB287}" destId="{DFBFD9B0-A634-4D16-B971-F002E04B77B5}" srcOrd="0" destOrd="0" presId="urn:microsoft.com/office/officeart/2005/8/layout/pList1"/>
    <dgm:cxn modelId="{C0F47C48-D0A2-4E29-A115-F53147994B66}" type="presParOf" srcId="{6CA8F348-5595-4B7B-B84F-96F7151AB287}" destId="{A78E160E-FA07-4245-872A-602C76C56DF8}" srcOrd="1" destOrd="0" presId="urn:microsoft.com/office/officeart/2005/8/layout/pList1"/>
    <dgm:cxn modelId="{69283746-05DE-4BC7-AC3B-8031A2F4C911}" type="presParOf" srcId="{03EB3EA2-04B5-4199-BE8C-F9B3380DD2EA}" destId="{83BDAF96-54F5-4221-917B-45DCCE3883B6}" srcOrd="5" destOrd="0" presId="urn:microsoft.com/office/officeart/2005/8/layout/pList1"/>
    <dgm:cxn modelId="{4E6B4EBA-03C6-4653-9113-6FED5709CE15}" type="presParOf" srcId="{03EB3EA2-04B5-4199-BE8C-F9B3380DD2EA}" destId="{3B102B9F-C1EA-4605-8107-FFE1C8F1E89F}" srcOrd="6" destOrd="0" presId="urn:microsoft.com/office/officeart/2005/8/layout/pList1"/>
    <dgm:cxn modelId="{4B4E28B7-E040-480F-8271-FA073158364D}" type="presParOf" srcId="{3B102B9F-C1EA-4605-8107-FFE1C8F1E89F}" destId="{69BDB94C-8EB1-43CD-B93A-DBE5D06BBE2A}" srcOrd="0" destOrd="0" presId="urn:microsoft.com/office/officeart/2005/8/layout/pList1"/>
    <dgm:cxn modelId="{7F7D1994-4B28-4DFA-B5CD-AB7D55CBFCC3}" type="presParOf" srcId="{3B102B9F-C1EA-4605-8107-FFE1C8F1E89F}" destId="{32D9AF8A-4551-46B1-82CD-CA9677E007E7}" srcOrd="1" destOrd="0" presId="urn:microsoft.com/office/officeart/2005/8/layout/pLis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612BA-FF7F-4718-8109-D35D5178C5DD}">
      <dsp:nvSpPr>
        <dsp:cNvPr id="0" name=""/>
        <dsp:cNvSpPr/>
      </dsp:nvSpPr>
      <dsp:spPr>
        <a:xfrm>
          <a:off x="1375029" y="251187"/>
          <a:ext cx="4985112" cy="173126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2A767-B242-4C63-99E5-3D87269ADF2E}">
      <dsp:nvSpPr>
        <dsp:cNvPr id="0" name=""/>
        <dsp:cNvSpPr/>
      </dsp:nvSpPr>
      <dsp:spPr>
        <a:xfrm>
          <a:off x="3392260" y="4490465"/>
          <a:ext cx="966107" cy="618308"/>
        </a:xfrm>
        <a:prstGeom prst="down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7AE7D-3248-449C-A6E6-7578D13F1140}">
      <dsp:nvSpPr>
        <dsp:cNvPr id="0" name=""/>
        <dsp:cNvSpPr/>
      </dsp:nvSpPr>
      <dsp:spPr>
        <a:xfrm>
          <a:off x="1556657" y="4985112"/>
          <a:ext cx="4637313" cy="1159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Publish</a:t>
          </a:r>
          <a:endParaRPr lang="en-US" sz="3200" kern="1200" dirty="0"/>
        </a:p>
      </dsp:txBody>
      <dsp:txXfrm>
        <a:off x="1556657" y="4985112"/>
        <a:ext cx="4637313" cy="1159328"/>
      </dsp:txXfrm>
    </dsp:sp>
    <dsp:sp modelId="{27A724F4-BA87-4EC8-B678-BA596ADC498E}">
      <dsp:nvSpPr>
        <dsp:cNvPr id="0" name=""/>
        <dsp:cNvSpPr/>
      </dsp:nvSpPr>
      <dsp:spPr>
        <a:xfrm>
          <a:off x="3187446" y="2116160"/>
          <a:ext cx="1738992" cy="17389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solidFill>
                <a:schemeClr val="tx1"/>
              </a:solidFill>
            </a:rPr>
            <a:t>Review</a:t>
          </a:r>
          <a:endParaRPr lang="en-US" sz="3000" kern="1200" dirty="0">
            <a:solidFill>
              <a:schemeClr val="tx1"/>
            </a:solidFill>
          </a:endParaRPr>
        </a:p>
      </dsp:txBody>
      <dsp:txXfrm>
        <a:off x="3442115" y="2370829"/>
        <a:ext cx="1229654" cy="1229654"/>
      </dsp:txXfrm>
    </dsp:sp>
    <dsp:sp modelId="{2A9C66C7-27B8-43C5-BE52-AC1BB760F142}">
      <dsp:nvSpPr>
        <dsp:cNvPr id="0" name=""/>
        <dsp:cNvSpPr/>
      </dsp:nvSpPr>
      <dsp:spPr>
        <a:xfrm>
          <a:off x="1943100" y="811529"/>
          <a:ext cx="1738992" cy="173899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solidFill>
                <a:schemeClr val="tx1"/>
              </a:solidFill>
            </a:rPr>
            <a:t>Write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2197769" y="1066198"/>
        <a:ext cx="1229654" cy="1229654"/>
      </dsp:txXfrm>
    </dsp:sp>
    <dsp:sp modelId="{960F3211-2673-4621-BB69-60C0F11690A0}">
      <dsp:nvSpPr>
        <dsp:cNvPr id="0" name=""/>
        <dsp:cNvSpPr/>
      </dsp:nvSpPr>
      <dsp:spPr>
        <a:xfrm>
          <a:off x="3720737" y="391080"/>
          <a:ext cx="1738992" cy="17389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solidFill>
                <a:schemeClr val="tx1"/>
              </a:solidFill>
            </a:rPr>
            <a:t>Store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3975406" y="645749"/>
        <a:ext cx="1229654" cy="1229654"/>
      </dsp:txXfrm>
    </dsp:sp>
    <dsp:sp modelId="{95888E79-ABAC-46D0-87D1-80ECDE272117}">
      <dsp:nvSpPr>
        <dsp:cNvPr id="0" name=""/>
        <dsp:cNvSpPr/>
      </dsp:nvSpPr>
      <dsp:spPr>
        <a:xfrm>
          <a:off x="1170214" y="38644"/>
          <a:ext cx="5410199" cy="432815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3D063-6EB4-45E6-8F93-60D7ECC9FF4D}">
      <dsp:nvSpPr>
        <dsp:cNvPr id="0" name=""/>
        <dsp:cNvSpPr/>
      </dsp:nvSpPr>
      <dsp:spPr>
        <a:xfrm>
          <a:off x="319792" y="56354"/>
          <a:ext cx="1682208" cy="1159041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DFA0C-90A7-457D-8561-16934EF6F209}">
      <dsp:nvSpPr>
        <dsp:cNvPr id="0" name=""/>
        <dsp:cNvSpPr/>
      </dsp:nvSpPr>
      <dsp:spPr>
        <a:xfrm>
          <a:off x="556159" y="1161071"/>
          <a:ext cx="1682208" cy="62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0" numCol="1" spcCol="1270" anchor="t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 </a:t>
          </a:r>
          <a:endParaRPr lang="en-US" sz="2900" kern="1200" dirty="0"/>
        </a:p>
      </dsp:txBody>
      <dsp:txXfrm>
        <a:off x="556159" y="1161071"/>
        <a:ext cx="1682208" cy="624099"/>
      </dsp:txXfrm>
    </dsp:sp>
    <dsp:sp modelId="{D767D48A-ACA9-41F6-B17A-2FE9A189242B}">
      <dsp:nvSpPr>
        <dsp:cNvPr id="0" name=""/>
        <dsp:cNvSpPr/>
      </dsp:nvSpPr>
      <dsp:spPr>
        <a:xfrm>
          <a:off x="2729592" y="397587"/>
          <a:ext cx="1682208" cy="1159041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C891E-F872-4C5B-903D-FE8E419FF58C}">
      <dsp:nvSpPr>
        <dsp:cNvPr id="0" name=""/>
        <dsp:cNvSpPr/>
      </dsp:nvSpPr>
      <dsp:spPr>
        <a:xfrm>
          <a:off x="2406659" y="1161071"/>
          <a:ext cx="1682208" cy="62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0" numCol="1" spcCol="1270" anchor="t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 </a:t>
          </a:r>
          <a:endParaRPr lang="en-US" sz="2900" kern="1200" dirty="0"/>
        </a:p>
      </dsp:txBody>
      <dsp:txXfrm>
        <a:off x="2406659" y="1161071"/>
        <a:ext cx="1682208" cy="624099"/>
      </dsp:txXfrm>
    </dsp:sp>
    <dsp:sp modelId="{DFBFD9B0-A634-4D16-B971-F002E04B77B5}">
      <dsp:nvSpPr>
        <dsp:cNvPr id="0" name=""/>
        <dsp:cNvSpPr/>
      </dsp:nvSpPr>
      <dsp:spPr>
        <a:xfrm>
          <a:off x="2315496" y="2029598"/>
          <a:ext cx="1682208" cy="1159041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E160E-FA07-4245-872A-602C76C56DF8}">
      <dsp:nvSpPr>
        <dsp:cNvPr id="0" name=""/>
        <dsp:cNvSpPr/>
      </dsp:nvSpPr>
      <dsp:spPr>
        <a:xfrm>
          <a:off x="556159" y="3112432"/>
          <a:ext cx="1682208" cy="62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0" numCol="1" spcCol="1270" anchor="t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 </a:t>
          </a:r>
          <a:endParaRPr lang="en-US" sz="2900" kern="1200" dirty="0"/>
        </a:p>
      </dsp:txBody>
      <dsp:txXfrm>
        <a:off x="556159" y="3112432"/>
        <a:ext cx="1682208" cy="624099"/>
      </dsp:txXfrm>
    </dsp:sp>
    <dsp:sp modelId="{69BDB94C-8EB1-43CD-B93A-DBE5D06BBE2A}">
      <dsp:nvSpPr>
        <dsp:cNvPr id="0" name=""/>
        <dsp:cNvSpPr/>
      </dsp:nvSpPr>
      <dsp:spPr>
        <a:xfrm>
          <a:off x="367755" y="1869279"/>
          <a:ext cx="1682208" cy="1159041"/>
        </a:xfrm>
        <a:prstGeom prst="round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9AF8A-4551-46B1-82CD-CA9677E007E7}">
      <dsp:nvSpPr>
        <dsp:cNvPr id="0" name=""/>
        <dsp:cNvSpPr/>
      </dsp:nvSpPr>
      <dsp:spPr>
        <a:xfrm>
          <a:off x="2406659" y="3112432"/>
          <a:ext cx="1682208" cy="62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0" numCol="1" spcCol="1270" anchor="t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 </a:t>
          </a:r>
          <a:endParaRPr lang="en-US" sz="2900" kern="1200" dirty="0"/>
        </a:p>
      </dsp:txBody>
      <dsp:txXfrm>
        <a:off x="2406659" y="3112432"/>
        <a:ext cx="1682208" cy="624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22363"/>
            <a:ext cx="10582275" cy="1658937"/>
          </a:xfrm>
        </p:spPr>
        <p:txBody>
          <a:bodyPr anchor="b"/>
          <a:lstStyle>
            <a:lvl1pPr algn="ctr">
              <a:defRPr sz="6000" b="1">
                <a:solidFill>
                  <a:schemeClr val="accent5">
                    <a:lumMod val="75000"/>
                  </a:schemeClr>
                </a:solidFill>
                <a:latin typeface="Footlight MT Light" panose="0204060206030A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solidFill>
                  <a:schemeClr val="accent5">
                    <a:lumMod val="75000"/>
                  </a:schemeClr>
                </a:solidFill>
                <a:latin typeface="Footlight MT Light" panose="0204060206030A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0000"/>
            <a:ext cx="4114800" cy="365125"/>
          </a:xfrm>
        </p:spPr>
        <p:txBody>
          <a:bodyPr/>
          <a:lstStyle>
            <a:lvl1pPr>
              <a:defRPr sz="2800" b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2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72072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5">
                    <a:lumMod val="75000"/>
                  </a:schemeClr>
                </a:solidFill>
                <a:latin typeface="Footlight MT Light" panose="0204060206030A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68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4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7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0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8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0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2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02035-D3C0-44BF-A9B7-33431F5C241C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688A3-6BBE-4669-9782-532D89F89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4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mailto:anindita.basu@oracle.com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www.slideshare.net/AninditaBasu7/github-for-technical-documentation-12587458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www.amazon.in/dp/B07KDV8YQF" TargetMode="External"/><Relationship Id="rId4" Type="http://schemas.openxmlformats.org/officeDocument/2006/relationships/hyperlink" Target="https://twitter.com/anindita_bas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GitHub in documentation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Write, store, review, publish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5075237"/>
            <a:ext cx="4114800" cy="365125"/>
          </a:xfrm>
        </p:spPr>
        <p:txBody>
          <a:bodyPr/>
          <a:lstStyle>
            <a:lvl1pPr>
              <a:defRPr sz="2800" b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anindita_basu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525" y="4876746"/>
            <a:ext cx="762106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6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83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29" y="967598"/>
            <a:ext cx="5029637" cy="4869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90900" y="1571625"/>
            <a:ext cx="16572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err="1" smtClean="0">
                <a:solidFill>
                  <a:schemeClr val="accent5">
                    <a:lumMod val="75000"/>
                  </a:schemeClr>
                </a:solidFill>
                <a:latin typeface="Footlight MT Light" panose="0204060206030A020304" pitchFamily="18" charset="0"/>
              </a:rPr>
              <a:t>Git</a:t>
            </a:r>
            <a:endParaRPr lang="en-US" sz="8000" dirty="0">
              <a:solidFill>
                <a:schemeClr val="accent5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91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29" y="967598"/>
            <a:ext cx="5029637" cy="4869602"/>
          </a:xfrm>
          <a:prstGeom prst="rect">
            <a:avLst/>
          </a:prstGeom>
        </p:spPr>
      </p:pic>
      <p:sp>
        <p:nvSpPr>
          <p:cNvPr id="3" name="Cloud 2"/>
          <p:cNvSpPr/>
          <p:nvPr/>
        </p:nvSpPr>
        <p:spPr>
          <a:xfrm>
            <a:off x="1323974" y="552450"/>
            <a:ext cx="9610725" cy="5810250"/>
          </a:xfrm>
          <a:prstGeom prst="cloud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19396" y="3967162"/>
            <a:ext cx="20002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accent5">
                    <a:lumMod val="75000"/>
                  </a:schemeClr>
                </a:solidFill>
                <a:latin typeface="Footlight MT Light" panose="0204060206030A020304" pitchFamily="18" charset="0"/>
              </a:rPr>
              <a:t>Hub</a:t>
            </a:r>
            <a:endParaRPr lang="en-US" sz="8000" dirty="0">
              <a:solidFill>
                <a:schemeClr val="accent5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2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29" y="967598"/>
            <a:ext cx="5029637" cy="48696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04861" y="1420778"/>
            <a:ext cx="2886075" cy="10763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53246" y="285450"/>
            <a:ext cx="2886075" cy="10763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Lock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9145" y="3081655"/>
            <a:ext cx="2886075" cy="10763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791866" y="2689402"/>
            <a:ext cx="2886075" cy="10763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Label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086086" y="4514989"/>
            <a:ext cx="2886075" cy="10763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Tag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81934" y="4899798"/>
            <a:ext cx="2886075" cy="107632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Baseline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1" name="Cloud 10"/>
          <p:cNvSpPr/>
          <p:nvPr/>
        </p:nvSpPr>
        <p:spPr>
          <a:xfrm>
            <a:off x="1323974" y="552450"/>
            <a:ext cx="9610725" cy="5810250"/>
          </a:xfrm>
          <a:prstGeom prst="cloud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9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DDLC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16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DDLC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679985904"/>
              </p:ext>
            </p:extLst>
          </p:nvPr>
        </p:nvGraphicFramePr>
        <p:xfrm>
          <a:off x="2424249" y="674915"/>
          <a:ext cx="7750629" cy="6183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819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9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77" y="2592145"/>
            <a:ext cx="1585098" cy="1935648"/>
          </a:xfrm>
        </p:spPr>
      </p:pic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519138354"/>
              </p:ext>
            </p:extLst>
          </p:nvPr>
        </p:nvGraphicFramePr>
        <p:xfrm>
          <a:off x="3032123" y="1690688"/>
          <a:ext cx="4645027" cy="3738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/>
          <p:cNvSpPr/>
          <p:nvPr/>
        </p:nvSpPr>
        <p:spPr>
          <a:xfrm>
            <a:off x="2368731" y="1088572"/>
            <a:ext cx="5756094" cy="4674054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9576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Oval 9"/>
          <p:cNvSpPr/>
          <p:nvPr/>
        </p:nvSpPr>
        <p:spPr>
          <a:xfrm>
            <a:off x="6980465" y="3399608"/>
            <a:ext cx="1752600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92" y="1690688"/>
            <a:ext cx="11410415" cy="225228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348112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1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67979" y="834096"/>
            <a:ext cx="64389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1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04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Oval 2"/>
          <p:cNvSpPr/>
          <p:nvPr/>
        </p:nvSpPr>
        <p:spPr>
          <a:xfrm>
            <a:off x="3105150" y="2781300"/>
            <a:ext cx="1752600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47675" y="3495675"/>
            <a:ext cx="1752600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6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Oval 4"/>
          <p:cNvSpPr/>
          <p:nvPr/>
        </p:nvSpPr>
        <p:spPr>
          <a:xfrm>
            <a:off x="447675" y="3495675"/>
            <a:ext cx="1752600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401" y="546479"/>
            <a:ext cx="5966978" cy="58983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Striped Right Arrow 3"/>
          <p:cNvSpPr/>
          <p:nvPr/>
        </p:nvSpPr>
        <p:spPr>
          <a:xfrm rot="19308857">
            <a:off x="1546592" y="2178282"/>
            <a:ext cx="2888382" cy="742950"/>
          </a:xfrm>
          <a:prstGeom prst="stripedRightArrow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525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401" y="546479"/>
            <a:ext cx="5966978" cy="58983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4013401" y="3495675"/>
            <a:ext cx="2635049" cy="253365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9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93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071" y="1435989"/>
            <a:ext cx="4953000" cy="52959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699869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89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825" y="1639095"/>
            <a:ext cx="5143500" cy="51435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328183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13" y="1176537"/>
            <a:ext cx="11266385" cy="3319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9847038" y="1764904"/>
            <a:ext cx="2119890" cy="809425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3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63" y="1026007"/>
            <a:ext cx="8695173" cy="53497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335614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0402" y="781844"/>
            <a:ext cx="6438900" cy="5143500"/>
          </a:xfrm>
        </p:spPr>
      </p:pic>
      <p:sp>
        <p:nvSpPr>
          <p:cNvPr id="5" name="Rounded Rectangle 4"/>
          <p:cNvSpPr/>
          <p:nvPr/>
        </p:nvSpPr>
        <p:spPr>
          <a:xfrm>
            <a:off x="8731954" y="638375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Commit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1603" y="2624534"/>
            <a:ext cx="2886075" cy="1076325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Merge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63" y="1026007"/>
            <a:ext cx="8695173" cy="53497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4013552" y="1276550"/>
            <a:ext cx="1082323" cy="809425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341713" y="1321482"/>
            <a:ext cx="2119890" cy="809425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8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14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644841"/>
            <a:ext cx="11495004" cy="3950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Oval 6"/>
          <p:cNvSpPr/>
          <p:nvPr/>
        </p:nvSpPr>
        <p:spPr>
          <a:xfrm>
            <a:off x="1495425" y="1485900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705474" y="1485900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644841"/>
            <a:ext cx="11495004" cy="3950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Oval 6"/>
          <p:cNvSpPr/>
          <p:nvPr/>
        </p:nvSpPr>
        <p:spPr>
          <a:xfrm>
            <a:off x="1495425" y="1485900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9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644841"/>
            <a:ext cx="11495004" cy="3950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5705474" y="1485900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19" y="306387"/>
            <a:ext cx="7049111" cy="54944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Oval 8"/>
          <p:cNvSpPr/>
          <p:nvPr/>
        </p:nvSpPr>
        <p:spPr>
          <a:xfrm>
            <a:off x="510179" y="4914900"/>
            <a:ext cx="3537945" cy="512124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riped Right Arrow 9"/>
          <p:cNvSpPr/>
          <p:nvPr/>
        </p:nvSpPr>
        <p:spPr>
          <a:xfrm rot="18078835">
            <a:off x="1349095" y="2620094"/>
            <a:ext cx="4360145" cy="742950"/>
          </a:xfrm>
          <a:prstGeom prst="stripedRightArrow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6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644841"/>
            <a:ext cx="11495004" cy="3950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5705474" y="1485900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19" y="306387"/>
            <a:ext cx="7049111" cy="54944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63" y="1032302"/>
            <a:ext cx="7773074" cy="47933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6210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644841"/>
            <a:ext cx="11495004" cy="3950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5705474" y="1485900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2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644841"/>
            <a:ext cx="11495004" cy="3950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15" y="828675"/>
            <a:ext cx="10344285" cy="58092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Oval 4"/>
          <p:cNvSpPr/>
          <p:nvPr/>
        </p:nvSpPr>
        <p:spPr>
          <a:xfrm>
            <a:off x="5734049" y="468312"/>
            <a:ext cx="1438275" cy="87630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4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49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Publish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32" y="692137"/>
            <a:ext cx="5966978" cy="5898392"/>
          </a:xfrm>
          <a:ln>
            <a:solidFill>
              <a:schemeClr val="accent1"/>
            </a:solidFill>
          </a:ln>
        </p:spPr>
      </p:pic>
      <p:sp>
        <p:nvSpPr>
          <p:cNvPr id="5" name="Oval 4"/>
          <p:cNvSpPr/>
          <p:nvPr/>
        </p:nvSpPr>
        <p:spPr>
          <a:xfrm>
            <a:off x="3316432" y="4152901"/>
            <a:ext cx="2017568" cy="62865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0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Publish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32" y="692137"/>
            <a:ext cx="5966978" cy="5898392"/>
          </a:xfrm>
          <a:ln>
            <a:solidFill>
              <a:schemeClr val="accent1"/>
            </a:solidFill>
          </a:ln>
        </p:spPr>
      </p:pic>
      <p:sp>
        <p:nvSpPr>
          <p:cNvPr id="5" name="Oval 4"/>
          <p:cNvSpPr/>
          <p:nvPr/>
        </p:nvSpPr>
        <p:spPr>
          <a:xfrm>
            <a:off x="3316432" y="4152901"/>
            <a:ext cx="2017568" cy="62865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76350" y="1733550"/>
            <a:ext cx="9801225" cy="255454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40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dirty="0" smtClean="0"/>
              <a:t>https</a:t>
            </a:r>
            <a:r>
              <a:rPr lang="en-US" sz="4000" i="1" dirty="0" smtClean="0"/>
              <a:t>://&lt;</a:t>
            </a:r>
            <a:r>
              <a:rPr lang="en-US" sz="4000" i="1" dirty="0"/>
              <a:t>username&gt;.</a:t>
            </a:r>
            <a:r>
              <a:rPr lang="en-US" sz="4000" dirty="0"/>
              <a:t>github.io</a:t>
            </a:r>
            <a:r>
              <a:rPr lang="en-US" sz="4000" i="1" dirty="0"/>
              <a:t>/&lt;projectname</a:t>
            </a:r>
            <a:r>
              <a:rPr lang="en-US" sz="4000" i="1" dirty="0" smtClean="0"/>
              <a:t>&gt;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5711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Publish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32" y="692137"/>
            <a:ext cx="5966978" cy="5898392"/>
          </a:xfrm>
          <a:ln>
            <a:solidFill>
              <a:schemeClr val="accent1"/>
            </a:solidFill>
          </a:ln>
        </p:spPr>
      </p:pic>
      <p:sp>
        <p:nvSpPr>
          <p:cNvPr id="5" name="Oval 4"/>
          <p:cNvSpPr/>
          <p:nvPr/>
        </p:nvSpPr>
        <p:spPr>
          <a:xfrm>
            <a:off x="3316432" y="4152901"/>
            <a:ext cx="2017568" cy="628650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76350" y="1733550"/>
            <a:ext cx="9801225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40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dirty="0" smtClean="0"/>
              <a:t>https</a:t>
            </a:r>
            <a:r>
              <a:rPr lang="en-US" sz="4000" i="1" dirty="0" smtClean="0"/>
              <a:t>://&lt;</a:t>
            </a:r>
            <a:r>
              <a:rPr lang="en-US" sz="4000" i="1" dirty="0"/>
              <a:t>username&gt;.</a:t>
            </a:r>
            <a:r>
              <a:rPr lang="en-US" sz="4000" dirty="0"/>
              <a:t>github.io</a:t>
            </a:r>
            <a:r>
              <a:rPr lang="en-US" sz="4000" i="1" dirty="0"/>
              <a:t>/&lt;projectname</a:t>
            </a:r>
            <a:r>
              <a:rPr lang="en-US" sz="4000" i="1" dirty="0" smtClean="0"/>
              <a:t>&gt;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400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70" y="828675"/>
            <a:ext cx="9510584" cy="55508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4811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Publish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1" y="1462088"/>
            <a:ext cx="11495004" cy="43163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Oval 8"/>
          <p:cNvSpPr/>
          <p:nvPr/>
        </p:nvSpPr>
        <p:spPr>
          <a:xfrm>
            <a:off x="5292659" y="2905126"/>
            <a:ext cx="2017568" cy="866774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7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2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957" y="901700"/>
            <a:ext cx="9249957" cy="5849238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3519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957" y="901700"/>
            <a:ext cx="9249957" cy="5849238"/>
          </a:xfr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09" y="685894"/>
            <a:ext cx="4491990" cy="60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033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957" y="901700"/>
            <a:ext cx="9249957" cy="5849238"/>
          </a:xfr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09" y="685894"/>
            <a:ext cx="4491990" cy="6065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1847850"/>
            <a:ext cx="11249025" cy="255454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40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dirty="0"/>
              <a:t>http://udaanstc.github.io/GutsAndGlory/index.html</a:t>
            </a:r>
            <a:endParaRPr lang="en-US" sz="4000" i="1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17641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8675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300000"/>
              </a:lnSpc>
            </a:pPr>
            <a:r>
              <a:rPr lang="en-US" smtClean="0">
                <a:solidFill>
                  <a:schemeClr val="accent5"/>
                </a:solidFill>
                <a:hlinkClick r:id="rId2"/>
              </a:rPr>
              <a:t>https://www.slideshare.net/AninditaBasu7/github-for-technical-documentation</a:t>
            </a:r>
            <a:endParaRPr lang="en-US" dirty="0" smtClean="0">
              <a:solidFill>
                <a:schemeClr val="accent5"/>
              </a:solidFill>
            </a:endParaRPr>
          </a:p>
          <a:p>
            <a:pPr>
              <a:lnSpc>
                <a:spcPct val="300000"/>
              </a:lnSpc>
            </a:pPr>
            <a:r>
              <a:rPr lang="en-US" dirty="0" smtClean="0">
                <a:solidFill>
                  <a:schemeClr val="accent5"/>
                </a:solidFill>
              </a:rPr>
              <a:t>          </a:t>
            </a:r>
            <a:r>
              <a:rPr lang="en-US" dirty="0" smtClean="0">
                <a:solidFill>
                  <a:schemeClr val="accent5"/>
                </a:solidFill>
                <a:hlinkClick r:id="rId3"/>
              </a:rPr>
              <a:t>anindita.basu@oracle.com</a:t>
            </a:r>
            <a:r>
              <a:rPr lang="en-US" dirty="0" smtClean="0">
                <a:solidFill>
                  <a:schemeClr val="accent5"/>
                </a:solidFill>
              </a:rPr>
              <a:t>                      </a:t>
            </a:r>
            <a:r>
              <a:rPr lang="en-US" u="sng" dirty="0" smtClean="0">
                <a:solidFill>
                  <a:schemeClr val="accent5"/>
                </a:solidFill>
                <a:hlinkClick r:id="rId4"/>
              </a:rPr>
              <a:t>@</a:t>
            </a:r>
            <a:r>
              <a:rPr lang="en-US" u="sng" dirty="0" err="1" smtClean="0">
                <a:solidFill>
                  <a:schemeClr val="accent5"/>
                </a:solidFill>
                <a:hlinkClick r:id="rId4"/>
              </a:rPr>
              <a:t>anindita_basu</a:t>
            </a:r>
            <a:endParaRPr lang="en-US" u="sng" dirty="0" smtClean="0">
              <a:solidFill>
                <a:schemeClr val="accent5"/>
              </a:solidFill>
            </a:endParaRPr>
          </a:p>
          <a:p>
            <a:pPr>
              <a:lnSpc>
                <a:spcPct val="300000"/>
              </a:lnSpc>
            </a:pPr>
            <a:r>
              <a:rPr lang="en-US" dirty="0" smtClean="0">
                <a:solidFill>
                  <a:schemeClr val="accent5"/>
                </a:solidFill>
                <a:hlinkClick r:id="rId5"/>
              </a:rPr>
              <a:t>https</a:t>
            </a:r>
            <a:r>
              <a:rPr lang="en-US" dirty="0">
                <a:solidFill>
                  <a:schemeClr val="accent5"/>
                </a:solidFill>
                <a:hlinkClick r:id="rId5"/>
              </a:rPr>
              <a:t>://</a:t>
            </a:r>
            <a:r>
              <a:rPr lang="en-US" dirty="0" smtClean="0">
                <a:solidFill>
                  <a:schemeClr val="accent5"/>
                </a:solidFill>
                <a:hlinkClick r:id="rId5"/>
              </a:rPr>
              <a:t>www.amazon.in/dp/B07KDV8YQF</a:t>
            </a:r>
            <a:endParaRPr lang="en-US" dirty="0" smtClean="0">
              <a:solidFill>
                <a:schemeClr val="accent5"/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04" y="3725218"/>
            <a:ext cx="1589886" cy="250017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2438400"/>
            <a:ext cx="685800" cy="685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5" y="2400247"/>
            <a:ext cx="762106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4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</TotalTime>
  <Words>112</Words>
  <Application>Microsoft Office PowerPoint</Application>
  <PresentationFormat>Widescreen</PresentationFormat>
  <Paragraphs>83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Footlight MT Light</vt:lpstr>
      <vt:lpstr>Office Theme</vt:lpstr>
      <vt:lpstr>GitHub in documentation</vt:lpstr>
      <vt:lpstr>GitHub</vt:lpstr>
      <vt:lpstr>GitHub</vt:lpstr>
      <vt:lpstr>GitHub</vt:lpstr>
      <vt:lpstr>GitHub</vt:lpstr>
      <vt:lpstr>DDLC</vt:lpstr>
      <vt:lpstr>DDLC</vt:lpstr>
      <vt:lpstr>Write</vt:lpstr>
      <vt:lpstr>Write</vt:lpstr>
      <vt:lpstr>Write</vt:lpstr>
      <vt:lpstr>Write</vt:lpstr>
      <vt:lpstr>Write</vt:lpstr>
      <vt:lpstr>Store</vt:lpstr>
      <vt:lpstr>Store</vt:lpstr>
      <vt:lpstr>Store</vt:lpstr>
      <vt:lpstr>Store</vt:lpstr>
      <vt:lpstr>Store</vt:lpstr>
      <vt:lpstr>Store</vt:lpstr>
      <vt:lpstr>Store</vt:lpstr>
      <vt:lpstr>Store</vt:lpstr>
      <vt:lpstr>Store</vt:lpstr>
      <vt:lpstr>Store</vt:lpstr>
      <vt:lpstr>Store</vt:lpstr>
      <vt:lpstr>Store</vt:lpstr>
      <vt:lpstr>Store</vt:lpstr>
      <vt:lpstr>Review</vt:lpstr>
      <vt:lpstr>Review</vt:lpstr>
      <vt:lpstr>Review</vt:lpstr>
      <vt:lpstr>Review</vt:lpstr>
      <vt:lpstr>Review</vt:lpstr>
      <vt:lpstr>Review</vt:lpstr>
      <vt:lpstr>Review</vt:lpstr>
      <vt:lpstr>Publish</vt:lpstr>
      <vt:lpstr>Publish</vt:lpstr>
      <vt:lpstr>Publish</vt:lpstr>
      <vt:lpstr>Publish</vt:lpstr>
      <vt:lpstr>Publish</vt:lpstr>
      <vt:lpstr>Example</vt:lpstr>
      <vt:lpstr>Example</vt:lpstr>
      <vt:lpstr>Example</vt:lpstr>
      <vt:lpstr>Example</vt:lpstr>
      <vt:lpstr>Wrap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Anindita Basu</dc:creator>
  <cp:lastModifiedBy>Anindita Basu</cp:lastModifiedBy>
  <cp:revision>66</cp:revision>
  <dcterms:created xsi:type="dcterms:W3CDTF">2018-12-11T06:11:21Z</dcterms:created>
  <dcterms:modified xsi:type="dcterms:W3CDTF">2018-12-14T06:28:26Z</dcterms:modified>
</cp:coreProperties>
</file>