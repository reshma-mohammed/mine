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60" r:id="rId5"/>
    <p:sldId id="259" r:id="rId6"/>
    <p:sldId id="272" r:id="rId7"/>
    <p:sldId id="261" r:id="rId8"/>
    <p:sldId id="273" r:id="rId9"/>
    <p:sldId id="262" r:id="rId10"/>
    <p:sldId id="263" r:id="rId11"/>
    <p:sldId id="271"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578637"/>
    <a:srgbClr val="A53010"/>
    <a:srgbClr val="92D050"/>
    <a:srgbClr val="7F7F7F"/>
    <a:srgbClr val="9BC2E6"/>
    <a:srgbClr val="F4B084"/>
    <a:srgbClr val="2F78BC"/>
    <a:srgbClr val="2F75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303" autoAdjust="0"/>
  </p:normalViewPr>
  <p:slideViewPr>
    <p:cSldViewPr snapToGrid="0">
      <p:cViewPr varScale="1">
        <p:scale>
          <a:sx n="104" d="100"/>
          <a:sy n="104" d="100"/>
        </p:scale>
        <p:origin x="870" y="10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0074D-C885-4E65-98C2-04F9166BAEED}" type="datetimeFigureOut">
              <a:rPr lang="en-US" smtClean="0"/>
              <a:t>12/10/2018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6D83E-E21E-4BAB-9B34-6D547C7C18CD}" type="slidenum">
              <a:rPr lang="en-US" smtClean="0"/>
              <a:t>‹#›</a:t>
            </a:fld>
            <a:endParaRPr lang="en-US"/>
          </a:p>
        </p:txBody>
      </p:sp>
    </p:spTree>
    <p:extLst>
      <p:ext uri="{BB962C8B-B14F-4D97-AF65-F5344CB8AC3E}">
        <p14:creationId xmlns:p14="http://schemas.microsoft.com/office/powerpoint/2010/main" val="3520424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working as Documentation Manager in Accenture. I handle product documentation for 2 of the products within Accenture in the domain of Consumer Goods and Services. We faced lot of problems working in Agile and successfully came up with our own model of working that’s working great. So, I am here to share with all of you the </a:t>
            </a:r>
            <a:r>
              <a:rPr lang="en-US" sz="1200" kern="1200" dirty="0">
                <a:solidFill>
                  <a:schemeClr val="tx1"/>
                </a:solidFill>
                <a:effectLst/>
                <a:latin typeface="+mn-lt"/>
                <a:ea typeface="+mn-ea"/>
                <a:cs typeface="+mn-cs"/>
              </a:rPr>
              <a:t>process we followed to be on par with the development work, the timelines we practiced, with all the phases of review cycles in place, with the right quality and the most measured metrics in Agile and yet meet the release timelines well ahead of the timelines</a:t>
            </a:r>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2</a:t>
            </a:fld>
            <a:endParaRPr lang="en-US"/>
          </a:p>
        </p:txBody>
      </p:sp>
    </p:spTree>
    <p:extLst>
      <p:ext uri="{BB962C8B-B14F-4D97-AF65-F5344CB8AC3E}">
        <p14:creationId xmlns:p14="http://schemas.microsoft.com/office/powerpoint/2010/main" val="237679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Objective</a:t>
            </a:r>
            <a:br>
              <a:rPr lang="en-US" b="1" dirty="0"/>
            </a:br>
            <a:r>
              <a:rPr lang="en-US" dirty="0"/>
              <a:t>A new process followed to get the right documentation at the right time</a:t>
            </a:r>
          </a:p>
          <a:p>
            <a:pPr lvl="0"/>
            <a:r>
              <a:rPr lang="en-US" b="1" dirty="0"/>
              <a:t>Rationale</a:t>
            </a:r>
            <a:br>
              <a:rPr lang="en-US" b="1" dirty="0"/>
            </a:br>
            <a:r>
              <a:rPr lang="en-US" dirty="0"/>
              <a:t>Let us know the rationale behind getting into this new process</a:t>
            </a:r>
          </a:p>
          <a:p>
            <a:pPr lvl="0"/>
            <a:r>
              <a:rPr lang="en-US" b="1" dirty="0"/>
              <a:t>Method followed</a:t>
            </a:r>
            <a:br>
              <a:rPr lang="en-US" b="1" dirty="0"/>
            </a:br>
            <a:r>
              <a:rPr lang="en-US" dirty="0"/>
              <a:t>Let us discuss the method followed – the timelines we maintained, the reviews we followed, …</a:t>
            </a:r>
          </a:p>
          <a:p>
            <a:pPr lvl="0"/>
            <a:r>
              <a:rPr lang="en-US" b="1" dirty="0"/>
              <a:t>Stakeholder management and process setting</a:t>
            </a:r>
            <a:br>
              <a:rPr lang="en-US" b="1" dirty="0"/>
            </a:br>
            <a:r>
              <a:rPr lang="en-US" dirty="0"/>
              <a:t>Some of the pre-set steps that helped us to follow the new process without any hurdles</a:t>
            </a:r>
          </a:p>
          <a:p>
            <a:pPr lvl="0"/>
            <a:r>
              <a:rPr lang="en-US" b="1" dirty="0"/>
              <a:t>Benefits</a:t>
            </a:r>
            <a:br>
              <a:rPr lang="en-US" b="1" dirty="0"/>
            </a:br>
            <a:r>
              <a:rPr lang="en-US" dirty="0"/>
              <a:t>Let us look at the benefits we got</a:t>
            </a:r>
          </a:p>
          <a:p>
            <a:pPr lvl="0"/>
            <a:r>
              <a:rPr lang="en-US" b="1" dirty="0"/>
              <a:t>Risks</a:t>
            </a:r>
          </a:p>
          <a:p>
            <a:pPr lvl="0"/>
            <a:r>
              <a:rPr lang="en-US" dirty="0"/>
              <a:t>Let us discuss some of the risks we faced, and the mitigation plans</a:t>
            </a:r>
          </a:p>
          <a:p>
            <a:pPr lvl="0"/>
            <a:r>
              <a:rPr lang="en-US" b="1" dirty="0"/>
              <a:t>Metrics measured</a:t>
            </a:r>
            <a:br>
              <a:rPr lang="en-US" b="1" dirty="0"/>
            </a:br>
            <a:r>
              <a:rPr lang="en-US" dirty="0"/>
              <a:t>The commonly followed Agile metrics</a:t>
            </a:r>
          </a:p>
          <a:p>
            <a:endParaRPr lang="en-US" dirty="0"/>
          </a:p>
          <a:p>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3</a:t>
            </a:fld>
            <a:endParaRPr lang="en-US"/>
          </a:p>
        </p:txBody>
      </p:sp>
    </p:spTree>
    <p:extLst>
      <p:ext uri="{BB962C8B-B14F-4D97-AF65-F5344CB8AC3E}">
        <p14:creationId xmlns:p14="http://schemas.microsoft.com/office/powerpoint/2010/main" val="4233219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quickly look at the existing methods followed across industry, challenges we face. Finally see how to get to a streamlined approach and there on share the success story.</a:t>
            </a:r>
          </a:p>
        </p:txBody>
      </p:sp>
      <p:sp>
        <p:nvSpPr>
          <p:cNvPr id="4" name="Slide Number Placeholder 3"/>
          <p:cNvSpPr>
            <a:spLocks noGrp="1"/>
          </p:cNvSpPr>
          <p:nvPr>
            <p:ph type="sldNum" sz="quarter" idx="10"/>
          </p:nvPr>
        </p:nvSpPr>
        <p:spPr/>
        <p:txBody>
          <a:bodyPr/>
          <a:lstStyle/>
          <a:p>
            <a:fld id="{B0C6D83E-E21E-4BAB-9B34-6D547C7C18CD}" type="slidenum">
              <a:rPr lang="en-US" smtClean="0"/>
              <a:t>4</a:t>
            </a:fld>
            <a:endParaRPr lang="en-US"/>
          </a:p>
        </p:txBody>
      </p:sp>
    </p:spTree>
    <p:extLst>
      <p:ext uri="{BB962C8B-B14F-4D97-AF65-F5344CB8AC3E}">
        <p14:creationId xmlns:p14="http://schemas.microsoft.com/office/powerpoint/2010/main" val="2717945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methods followed – In general, to work in Agile way for documentation there are few processes in place across industry.</a:t>
            </a:r>
          </a:p>
          <a:p>
            <a:r>
              <a:rPr lang="en-US" dirty="0"/>
              <a:t>In Agile, the primary goal is to deliver the documents at a rapid pace and in an iterative way. </a:t>
            </a:r>
          </a:p>
          <a:p>
            <a:r>
              <a:rPr lang="en-US" dirty="0"/>
              <a:t>Now there are 2 methods to follow: N-1 or N – That is either working an iteration behind the development team or working on par with development team. </a:t>
            </a:r>
          </a:p>
          <a:p>
            <a:pPr marL="171450" indent="-171450">
              <a:buFont typeface="Arial" panose="020B0604020202020204" pitchFamily="34" charset="0"/>
              <a:buChar char="•"/>
            </a:pPr>
            <a:r>
              <a:rPr lang="en-US" b="1" dirty="0"/>
              <a:t>N-1 method: </a:t>
            </a:r>
          </a:p>
          <a:p>
            <a:pPr marL="628650" lvl="1" indent="-171450">
              <a:buFont typeface="Arial" panose="020B0604020202020204" pitchFamily="34" charset="0"/>
              <a:buChar char="•"/>
            </a:pPr>
            <a:r>
              <a:rPr lang="en-US" dirty="0"/>
              <a:t>Benefits:</a:t>
            </a:r>
          </a:p>
          <a:p>
            <a:pPr marL="1085850" lvl="2" indent="-171450">
              <a:buFont typeface="Arial" panose="020B0604020202020204" pitchFamily="34" charset="0"/>
              <a:buChar char="•"/>
            </a:pPr>
            <a:r>
              <a:rPr lang="en-US" dirty="0"/>
              <a:t>The development sprint is completed and we have all the use cases ready, the stable build ready and tested, and demo done.</a:t>
            </a:r>
          </a:p>
          <a:p>
            <a:pPr marL="1085850" lvl="2" indent="-171450">
              <a:buFont typeface="Arial" panose="020B0604020202020204" pitchFamily="34" charset="0"/>
              <a:buChar char="•"/>
            </a:pPr>
            <a:r>
              <a:rPr lang="en-US" dirty="0"/>
              <a:t>We have the UI in place</a:t>
            </a:r>
          </a:p>
          <a:p>
            <a:pPr marL="1085850" lvl="2" indent="-171450">
              <a:buFont typeface="Arial" panose="020B0604020202020204" pitchFamily="34" charset="0"/>
              <a:buChar char="•"/>
            </a:pPr>
            <a:r>
              <a:rPr lang="en-US" dirty="0"/>
              <a:t>We will have a clear picture of what is the navigation, what are the new buttons added, new fields added, ….</a:t>
            </a:r>
          </a:p>
          <a:p>
            <a:pPr marL="1085850" lvl="2" indent="-171450">
              <a:buFont typeface="Arial" panose="020B0604020202020204" pitchFamily="34" charset="0"/>
              <a:buChar char="•"/>
            </a:pPr>
            <a:r>
              <a:rPr lang="en-US" dirty="0"/>
              <a:t>Saves lot of rework effort and time</a:t>
            </a:r>
          </a:p>
          <a:p>
            <a:pPr marL="628650" lvl="1" indent="-171450">
              <a:buFont typeface="Arial" panose="020B0604020202020204" pitchFamily="34" charset="0"/>
              <a:buChar char="•"/>
            </a:pPr>
            <a:r>
              <a:rPr lang="en-US" dirty="0"/>
              <a:t>Pitfalls:</a:t>
            </a:r>
          </a:p>
          <a:p>
            <a:pPr marL="1085850" lvl="2" indent="-171450">
              <a:buFont typeface="Arial" panose="020B0604020202020204" pitchFamily="34" charset="0"/>
              <a:buChar char="•"/>
            </a:pPr>
            <a:r>
              <a:rPr lang="en-US" dirty="0"/>
              <a:t>It will go smooth until the last sprint. In the last sprint when the product is ready for shipment, we will still be working on the last sprint. So, authoring, reviews, and a final check of guides everything at the last minute makes the team exhausted and there are chances of last minute mistakes.</a:t>
            </a:r>
          </a:p>
          <a:p>
            <a:pPr marL="1085850" lvl="2" indent="-171450">
              <a:buFont typeface="Arial" panose="020B0604020202020204" pitchFamily="34" charset="0"/>
              <a:buChar char="•"/>
            </a:pPr>
            <a:r>
              <a:rPr lang="en-US" dirty="0"/>
              <a:t>No visibility of documentation team activities as they are not part of development sprints</a:t>
            </a:r>
          </a:p>
          <a:p>
            <a:pPr marL="1085850" lvl="2" indent="-171450">
              <a:buFont typeface="Arial" panose="020B0604020202020204" pitchFamily="34" charset="0"/>
              <a:buChar char="•"/>
            </a:pPr>
            <a:r>
              <a:rPr lang="en-US" dirty="0"/>
              <a:t>Becomes difficult to track the status of documentation</a:t>
            </a:r>
          </a:p>
          <a:p>
            <a:pPr marL="1085850" lvl="2" indent="-171450">
              <a:buFont typeface="Arial" panose="020B0604020202020204" pitchFamily="34" charset="0"/>
              <a:buChar char="•"/>
            </a:pPr>
            <a:r>
              <a:rPr lang="en-US" dirty="0"/>
              <a:t>Lack of accuracy in the content as we were not part of development timelines</a:t>
            </a:r>
          </a:p>
          <a:p>
            <a:pPr marL="1085850" lvl="2" indent="-171450">
              <a:buFont typeface="Arial" panose="020B0604020202020204" pitchFamily="34" charset="0"/>
              <a:buChar char="•"/>
            </a:pPr>
            <a:r>
              <a:rPr lang="en-US" dirty="0"/>
              <a:t>Getting the time of developers will be tough as they will be busy with new sprint activities</a:t>
            </a:r>
          </a:p>
          <a:p>
            <a:pPr marL="1085850" lvl="2" indent="-171450">
              <a:buFont typeface="Arial" panose="020B0604020202020204" pitchFamily="34" charset="0"/>
              <a:buChar char="•"/>
            </a:pPr>
            <a:r>
              <a:rPr lang="en-US" dirty="0"/>
              <a:t>Huge risk of overlooking minor points during reviews as developers move on to next sprint</a:t>
            </a:r>
          </a:p>
          <a:p>
            <a:pPr marL="171450" lvl="0" indent="-171450">
              <a:buFont typeface="Arial" panose="020B0604020202020204" pitchFamily="34" charset="0"/>
              <a:buChar char="•"/>
            </a:pPr>
            <a:r>
              <a:rPr lang="en-US" dirty="0"/>
              <a:t>N method:</a:t>
            </a:r>
          </a:p>
          <a:p>
            <a:pPr marL="628650" lvl="1" indent="-171450">
              <a:buFont typeface="Arial" panose="020B0604020202020204" pitchFamily="34" charset="0"/>
              <a:buChar char="•"/>
            </a:pPr>
            <a:r>
              <a:rPr lang="en-US" dirty="0"/>
              <a:t>Benefits:</a:t>
            </a:r>
          </a:p>
          <a:p>
            <a:pPr marL="1085850" lvl="2" indent="-171450">
              <a:buFont typeface="Arial" panose="020B0604020202020204" pitchFamily="34" charset="0"/>
              <a:buChar char="•"/>
            </a:pPr>
            <a:r>
              <a:rPr lang="en-US" dirty="0"/>
              <a:t>Documentation goes in parallel with development sprint</a:t>
            </a:r>
          </a:p>
          <a:p>
            <a:pPr marL="1085850" lvl="2" indent="-171450">
              <a:buFont typeface="Arial" panose="020B0604020202020204" pitchFamily="34" charset="0"/>
              <a:buChar char="•"/>
            </a:pPr>
            <a:r>
              <a:rPr lang="en-US" dirty="0"/>
              <a:t>Reviews will be more accurate as the information is fresh in reviewers mind</a:t>
            </a:r>
          </a:p>
          <a:p>
            <a:pPr marL="628650" lvl="1" indent="-171450">
              <a:buFont typeface="Arial" panose="020B0604020202020204" pitchFamily="34" charset="0"/>
              <a:buChar char="•"/>
            </a:pPr>
            <a:r>
              <a:rPr lang="en-US" dirty="0"/>
              <a:t>Pitfalls:</a:t>
            </a:r>
          </a:p>
          <a:p>
            <a:pPr marL="1085850" lvl="2" indent="-171450">
              <a:buFont typeface="Arial" panose="020B0604020202020204" pitchFamily="34" charset="0"/>
              <a:buChar char="•"/>
            </a:pPr>
            <a:r>
              <a:rPr lang="en-US" dirty="0"/>
              <a:t>Input sources are almost nil other than the writers product knowledge and the information they get during walkthroughs.</a:t>
            </a:r>
          </a:p>
          <a:p>
            <a:pPr marL="1085850" lvl="2" indent="-171450">
              <a:buFont typeface="Arial" panose="020B0604020202020204" pitchFamily="34" charset="0"/>
              <a:buChar char="•"/>
            </a:pPr>
            <a:r>
              <a:rPr lang="en-US" dirty="0"/>
              <a:t>No use cases, no working UI</a:t>
            </a:r>
          </a:p>
          <a:p>
            <a:pPr marL="1085850" lvl="2" indent="-171450">
              <a:buFont typeface="Arial" panose="020B0604020202020204" pitchFamily="34" charset="0"/>
              <a:buChar char="•"/>
            </a:pPr>
            <a:r>
              <a:rPr lang="en-US" dirty="0"/>
              <a:t>Sometimes you have to write fiction and then edit after demo</a:t>
            </a:r>
          </a:p>
          <a:p>
            <a:pPr marL="1085850" lvl="2" indent="-171450">
              <a:buFont typeface="Arial" panose="020B0604020202020204" pitchFamily="34" charset="0"/>
              <a:buChar char="•"/>
            </a:pPr>
            <a:r>
              <a:rPr lang="en-US" dirty="0"/>
              <a:t>Re-work may be required</a:t>
            </a:r>
          </a:p>
          <a:p>
            <a:pPr marL="1085850" lvl="2"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5</a:t>
            </a:fld>
            <a:endParaRPr lang="en-US"/>
          </a:p>
        </p:txBody>
      </p:sp>
    </p:spTree>
    <p:extLst>
      <p:ext uri="{BB962C8B-B14F-4D97-AF65-F5344CB8AC3E}">
        <p14:creationId xmlns:p14="http://schemas.microsoft.com/office/powerpoint/2010/main" val="402791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in detail:</a:t>
            </a:r>
          </a:p>
          <a:p>
            <a:pPr marL="171450" indent="-171450">
              <a:buFont typeface="Arial" panose="020B0604020202020204" pitchFamily="34" charset="0"/>
              <a:buChar char="•"/>
            </a:pPr>
            <a:r>
              <a:rPr lang="en-US" dirty="0"/>
              <a:t>Yes, we follow N-1 week model</a:t>
            </a:r>
          </a:p>
          <a:p>
            <a:pPr marL="171450" indent="-171450">
              <a:buFont typeface="Arial" panose="020B0604020202020204" pitchFamily="34" charset="0"/>
              <a:buChar char="•"/>
            </a:pPr>
            <a:r>
              <a:rPr lang="en-US" dirty="0"/>
              <a:t>We work as a separate scrum team (Documentation Scrum team), maintain our own backlog, our own sprint board, capacity planning, metrics and manage all the sprint ceremonies.</a:t>
            </a:r>
          </a:p>
          <a:p>
            <a:pPr marL="171450" indent="-171450">
              <a:buFont typeface="Arial" panose="020B0604020202020204" pitchFamily="34" charset="0"/>
              <a:buChar char="•"/>
            </a:pPr>
            <a:r>
              <a:rPr lang="en-US" dirty="0"/>
              <a:t>I will cover the detailed process in the next slide.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7</a:t>
            </a:fld>
            <a:endParaRPr lang="en-US"/>
          </a:p>
        </p:txBody>
      </p:sp>
    </p:spTree>
    <p:extLst>
      <p:ext uri="{BB962C8B-B14F-4D97-AF65-F5344CB8AC3E}">
        <p14:creationId xmlns:p14="http://schemas.microsoft.com/office/powerpoint/2010/main" val="2451508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9</a:t>
            </a:fld>
            <a:endParaRPr lang="en-US"/>
          </a:p>
        </p:txBody>
      </p:sp>
    </p:spTree>
    <p:extLst>
      <p:ext uri="{BB962C8B-B14F-4D97-AF65-F5344CB8AC3E}">
        <p14:creationId xmlns:p14="http://schemas.microsoft.com/office/powerpoint/2010/main" val="428495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Shippable Product – So, we deliver documentation on time</a:t>
            </a:r>
          </a:p>
          <a:p>
            <a:pPr marL="0" marR="0" lvl="0" indent="0" algn="l" rtl="0">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Accuracy – Every user story will be covered as we will be tracking everything closely and in constant communication with the dev team.</a:t>
            </a:r>
          </a:p>
          <a:p>
            <a:pPr marL="0" marR="0" lvl="0" indent="0" algn="l" rtl="0">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Traceability – Tracking is more efficient here as we all travel alongside</a:t>
            </a:r>
          </a:p>
          <a:p>
            <a:pPr marL="0" marR="0" lvl="0" indent="0" algn="l" rtl="0">
              <a:spcBef>
                <a:spcPts val="0"/>
              </a:spcBef>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Accountability – When there is an efficient tracking, then accountability has its hold there. Everything will be in the same place at the same time and everyone are accountable for the end success. There will be collaboration and effective teamwork in place.</a:t>
            </a:r>
          </a:p>
          <a:p>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10</a:t>
            </a:fld>
            <a:endParaRPr lang="en-US"/>
          </a:p>
        </p:txBody>
      </p:sp>
    </p:spTree>
    <p:extLst>
      <p:ext uri="{BB962C8B-B14F-4D97-AF65-F5344CB8AC3E}">
        <p14:creationId xmlns:p14="http://schemas.microsoft.com/office/powerpoint/2010/main" val="3586755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Unstable model - The changes will not be integrated to the main server when the writers start authoring. And that’s Agile and we end up with some rework</a:t>
            </a:r>
          </a:p>
          <a:p>
            <a:pPr marL="0" marR="0" lvl="0" indent="0" algn="l" rtl="0">
              <a:lnSpc>
                <a:spcPct val="100000"/>
              </a:lnSpc>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Lot of rework - The navigation is very unstable and we end up with a draft without a proper demo. Reverse KTs and Design meetings help us at this stage to author.</a:t>
            </a:r>
          </a:p>
          <a:p>
            <a:pPr marL="0" marR="0" lvl="0" indent="0" algn="l" rtl="0">
              <a:lnSpc>
                <a:spcPct val="100000"/>
              </a:lnSpc>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Problem in taking screenshots - We cannot take screenshots if needed until the system is stable. We take this work once the build is stable and is integrated to the integration line.</a:t>
            </a:r>
          </a:p>
          <a:p>
            <a:pPr marL="0" marR="0" lvl="0" indent="0" algn="l" rtl="0">
              <a:lnSpc>
                <a:spcPct val="100000"/>
              </a:lnSpc>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Resource unavailability – Writer unavailability is mitigated with a proper planning with some buffer in hand. Or mitigated in the next sprint. If you are not able to catch up in the next sprint, you will never catch up. That’s a red flag for the release.</a:t>
            </a:r>
          </a:p>
          <a:p>
            <a:pPr marL="0" marR="0" lvl="0" indent="0" algn="l" rtl="0">
              <a:lnSpc>
                <a:spcPct val="100000"/>
              </a:lnSpc>
              <a:spcBef>
                <a:spcPts val="0"/>
              </a:spcBef>
              <a:spcAft>
                <a:spcPts val="0"/>
              </a:spcAft>
              <a:buClr>
                <a:schemeClr val="dk1"/>
              </a:buClr>
              <a:buSzPct val="25000"/>
              <a:buFont typeface="Calibri"/>
              <a:buNone/>
            </a:pPr>
            <a:r>
              <a:rPr lang="en-IN" sz="1200" b="0" i="0" u="none" strike="noStrike" cap="none" dirty="0">
                <a:solidFill>
                  <a:schemeClr val="dk1"/>
                </a:solidFill>
                <a:latin typeface="+mn-lt"/>
                <a:ea typeface="Calibri"/>
                <a:cs typeface="Calibri"/>
                <a:sym typeface="Calibri"/>
              </a:rPr>
              <a:t>Reviewer’s unavailability – Again planned well ahead – as we send the recurring invites to all the reviewers and they plan a backup</a:t>
            </a:r>
          </a:p>
        </p:txBody>
      </p:sp>
      <p:sp>
        <p:nvSpPr>
          <p:cNvPr id="4" name="Slide Number Placeholder 3"/>
          <p:cNvSpPr>
            <a:spLocks noGrp="1"/>
          </p:cNvSpPr>
          <p:nvPr>
            <p:ph type="sldNum" sz="quarter" idx="10"/>
          </p:nvPr>
        </p:nvSpPr>
        <p:spPr/>
        <p:txBody>
          <a:bodyPr/>
          <a:lstStyle/>
          <a:p>
            <a:fld id="{B0C6D83E-E21E-4BAB-9B34-6D547C7C18CD}" type="slidenum">
              <a:rPr lang="en-US" smtClean="0"/>
              <a:t>11</a:t>
            </a:fld>
            <a:endParaRPr lang="en-US"/>
          </a:p>
        </p:txBody>
      </p:sp>
    </p:spTree>
    <p:extLst>
      <p:ext uri="{BB962C8B-B14F-4D97-AF65-F5344CB8AC3E}">
        <p14:creationId xmlns:p14="http://schemas.microsoft.com/office/powerpoint/2010/main" val="3141011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various metrics measured to check the sprint success are:</a:t>
            </a:r>
          </a:p>
          <a:p>
            <a:pPr marL="171450" indent="-171450">
              <a:buFont typeface="Arial" panose="020B0604020202020204" pitchFamily="34" charset="0"/>
              <a:buChar char="•"/>
            </a:pPr>
            <a:r>
              <a:rPr lang="en-US" dirty="0"/>
              <a:t>Productivity</a:t>
            </a:r>
          </a:p>
          <a:p>
            <a:pPr marL="628650" lvl="1" indent="-171450">
              <a:buFont typeface="Arial" panose="020B0604020202020204" pitchFamily="34" charset="0"/>
              <a:buChar char="•"/>
            </a:pPr>
            <a:r>
              <a:rPr lang="en-US" dirty="0"/>
              <a:t>Take Sprint 1 – Sprint 1 is a failure. As you can see, the story point completion and the number of stories delivered were close to 50%. There was a problem in the sprint planning (in planning resource availability, in planning without any buffer, or due to a dependency from the dev teams in terms of reviews). </a:t>
            </a:r>
          </a:p>
          <a:p>
            <a:pPr marL="628650" lvl="1" indent="-171450">
              <a:buFont typeface="Arial" panose="020B0604020202020204" pitchFamily="34" charset="0"/>
              <a:buChar char="•"/>
            </a:pPr>
            <a:r>
              <a:rPr lang="en-US" dirty="0"/>
              <a:t>Take Sprint 2 – This has gone good. In terms of planning, handling the reviews on time. Available FTE hours are counted based on resource availability and buffer calculation.</a:t>
            </a:r>
          </a:p>
        </p:txBody>
      </p:sp>
      <p:sp>
        <p:nvSpPr>
          <p:cNvPr id="4" name="Slide Number Placeholder 3"/>
          <p:cNvSpPr>
            <a:spLocks noGrp="1"/>
          </p:cNvSpPr>
          <p:nvPr>
            <p:ph type="sldNum" sz="quarter" idx="10"/>
          </p:nvPr>
        </p:nvSpPr>
        <p:spPr/>
        <p:txBody>
          <a:bodyPr/>
          <a:lstStyle/>
          <a:p>
            <a:fld id="{B0C6D83E-E21E-4BAB-9B34-6D547C7C18CD}" type="slidenum">
              <a:rPr lang="en-US" smtClean="0"/>
              <a:t>12</a:t>
            </a:fld>
            <a:endParaRPr lang="en-US"/>
          </a:p>
        </p:txBody>
      </p:sp>
    </p:spTree>
    <p:extLst>
      <p:ext uri="{BB962C8B-B14F-4D97-AF65-F5344CB8AC3E}">
        <p14:creationId xmlns:p14="http://schemas.microsoft.com/office/powerpoint/2010/main" val="4260388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Score: This is an important metric to be measured along with the timelines. We follow a quality sheet with formulae that will automatically generate the document quality based on number of comments received at each review stage, type of comments, number of pages, …. We also consider the re-reviews at each review stage and derive the quality score for each release. Our baseline is 85 as of now.</a:t>
            </a:r>
          </a:p>
        </p:txBody>
      </p:sp>
      <p:sp>
        <p:nvSpPr>
          <p:cNvPr id="4" name="Slide Number Placeholder 3"/>
          <p:cNvSpPr>
            <a:spLocks noGrp="1"/>
          </p:cNvSpPr>
          <p:nvPr>
            <p:ph type="sldNum" sz="quarter" idx="10"/>
          </p:nvPr>
        </p:nvSpPr>
        <p:spPr/>
        <p:txBody>
          <a:bodyPr/>
          <a:lstStyle/>
          <a:p>
            <a:fld id="{B0C6D83E-E21E-4BAB-9B34-6D547C7C18CD}" type="slidenum">
              <a:rPr lang="en-US" smtClean="0"/>
              <a:t>13</a:t>
            </a:fld>
            <a:endParaRPr lang="en-US"/>
          </a:p>
        </p:txBody>
      </p:sp>
    </p:spTree>
    <p:extLst>
      <p:ext uri="{BB962C8B-B14F-4D97-AF65-F5344CB8AC3E}">
        <p14:creationId xmlns:p14="http://schemas.microsoft.com/office/powerpoint/2010/main" val="3081415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dirty="0">
                <a:solidFill>
                  <a:schemeClr val="dk1"/>
                </a:solidFill>
                <a:latin typeface="+mn-lt"/>
                <a:ea typeface="Calibri"/>
                <a:cs typeface="Calibri"/>
                <a:sym typeface="Calibri"/>
              </a:rPr>
              <a:t>I hope that I have shared some useful information which you can implement in your work!! It’s a great experience for me to stand in front of such an elite crowd and I thank STC for giving me such a wonderful opportunity. And a big thanks to each one of you!!</a:t>
            </a:r>
          </a:p>
          <a:p>
            <a:endParaRPr lang="en-US" dirty="0"/>
          </a:p>
        </p:txBody>
      </p:sp>
      <p:sp>
        <p:nvSpPr>
          <p:cNvPr id="4" name="Slide Number Placeholder 3"/>
          <p:cNvSpPr>
            <a:spLocks noGrp="1"/>
          </p:cNvSpPr>
          <p:nvPr>
            <p:ph type="sldNum" sz="quarter" idx="10"/>
          </p:nvPr>
        </p:nvSpPr>
        <p:spPr/>
        <p:txBody>
          <a:bodyPr/>
          <a:lstStyle/>
          <a:p>
            <a:fld id="{B0C6D83E-E21E-4BAB-9B34-6D547C7C18CD}" type="slidenum">
              <a:rPr lang="en-US" smtClean="0"/>
              <a:t>15</a:t>
            </a:fld>
            <a:endParaRPr lang="en-US"/>
          </a:p>
        </p:txBody>
      </p:sp>
    </p:spTree>
    <p:extLst>
      <p:ext uri="{BB962C8B-B14F-4D97-AF65-F5344CB8AC3E}">
        <p14:creationId xmlns:p14="http://schemas.microsoft.com/office/powerpoint/2010/main" val="394752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12/10/2018</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ruti.putcha@Accenture.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tags" Target="../tags/tag26.xml"/><Relationship Id="rId117" Type="http://schemas.openxmlformats.org/officeDocument/2006/relationships/tags" Target="../tags/tag117.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tags" Target="../tags/tag89.xml"/><Relationship Id="rId112" Type="http://schemas.openxmlformats.org/officeDocument/2006/relationships/tags" Target="../tags/tag112.xml"/><Relationship Id="rId16" Type="http://schemas.openxmlformats.org/officeDocument/2006/relationships/tags" Target="../tags/tag16.xml"/><Relationship Id="rId107" Type="http://schemas.openxmlformats.org/officeDocument/2006/relationships/tags" Target="../tags/tag107.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102" Type="http://schemas.openxmlformats.org/officeDocument/2006/relationships/tags" Target="../tags/tag102.xml"/><Relationship Id="rId5" Type="http://schemas.openxmlformats.org/officeDocument/2006/relationships/tags" Target="../tags/tag5.xml"/><Relationship Id="rId61" Type="http://schemas.openxmlformats.org/officeDocument/2006/relationships/tags" Target="../tags/tag61.xml"/><Relationship Id="rId82" Type="http://schemas.openxmlformats.org/officeDocument/2006/relationships/tags" Target="../tags/tag82.xml"/><Relationship Id="rId90" Type="http://schemas.openxmlformats.org/officeDocument/2006/relationships/tags" Target="../tags/tag90.xml"/><Relationship Id="rId95" Type="http://schemas.openxmlformats.org/officeDocument/2006/relationships/tags" Target="../tags/tag95.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100" Type="http://schemas.openxmlformats.org/officeDocument/2006/relationships/tags" Target="../tags/tag100.xml"/><Relationship Id="rId105" Type="http://schemas.openxmlformats.org/officeDocument/2006/relationships/tags" Target="../tags/tag105.xml"/><Relationship Id="rId113" Type="http://schemas.openxmlformats.org/officeDocument/2006/relationships/tags" Target="../tags/tag113.xml"/><Relationship Id="rId118" Type="http://schemas.openxmlformats.org/officeDocument/2006/relationships/tags" Target="../tags/tag118.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93" Type="http://schemas.openxmlformats.org/officeDocument/2006/relationships/tags" Target="../tags/tag93.xml"/><Relationship Id="rId98" Type="http://schemas.openxmlformats.org/officeDocument/2006/relationships/tags" Target="../tags/tag98.xml"/><Relationship Id="rId121" Type="http://schemas.openxmlformats.org/officeDocument/2006/relationships/slideLayout" Target="../slideLayouts/slideLayout7.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103" Type="http://schemas.openxmlformats.org/officeDocument/2006/relationships/tags" Target="../tags/tag103.xml"/><Relationship Id="rId108" Type="http://schemas.openxmlformats.org/officeDocument/2006/relationships/tags" Target="../tags/tag108.xml"/><Relationship Id="rId116" Type="http://schemas.openxmlformats.org/officeDocument/2006/relationships/tags" Target="../tags/tag116.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91" Type="http://schemas.openxmlformats.org/officeDocument/2006/relationships/tags" Target="../tags/tag91.xml"/><Relationship Id="rId96" Type="http://schemas.openxmlformats.org/officeDocument/2006/relationships/tags" Target="../tags/tag96.xml"/><Relationship Id="rId111" Type="http://schemas.openxmlformats.org/officeDocument/2006/relationships/tags" Target="../tags/tag111.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6" Type="http://schemas.openxmlformats.org/officeDocument/2006/relationships/tags" Target="../tags/tag106.xml"/><Relationship Id="rId114" Type="http://schemas.openxmlformats.org/officeDocument/2006/relationships/tags" Target="../tags/tag114.xml"/><Relationship Id="rId119" Type="http://schemas.openxmlformats.org/officeDocument/2006/relationships/tags" Target="../tags/tag119.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94" Type="http://schemas.openxmlformats.org/officeDocument/2006/relationships/tags" Target="../tags/tag94.xml"/><Relationship Id="rId99" Type="http://schemas.openxmlformats.org/officeDocument/2006/relationships/tags" Target="../tags/tag99.xml"/><Relationship Id="rId101" Type="http://schemas.openxmlformats.org/officeDocument/2006/relationships/tags" Target="../tags/tag101.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109" Type="http://schemas.openxmlformats.org/officeDocument/2006/relationships/tags" Target="../tags/tag10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104" Type="http://schemas.openxmlformats.org/officeDocument/2006/relationships/tags" Target="../tags/tag104.xml"/><Relationship Id="rId120" Type="http://schemas.openxmlformats.org/officeDocument/2006/relationships/tags" Target="../tags/tag120.xml"/><Relationship Id="rId7" Type="http://schemas.openxmlformats.org/officeDocument/2006/relationships/tags" Target="../tags/tag7.xml"/><Relationship Id="rId71" Type="http://schemas.openxmlformats.org/officeDocument/2006/relationships/tags" Target="../tags/tag71.xml"/><Relationship Id="rId92" Type="http://schemas.openxmlformats.org/officeDocument/2006/relationships/tags" Target="../tags/tag92.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110" Type="http://schemas.openxmlformats.org/officeDocument/2006/relationships/tags" Target="../tags/tag110.xml"/><Relationship Id="rId115" Type="http://schemas.openxmlformats.org/officeDocument/2006/relationships/tags" Target="../tags/tag1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FCF5-2D8B-4ABD-8D80-BC9D5503223A}"/>
              </a:ext>
            </a:extLst>
          </p:cNvPr>
          <p:cNvSpPr>
            <a:spLocks noGrp="1"/>
          </p:cNvSpPr>
          <p:nvPr>
            <p:ph type="ctrTitle"/>
          </p:nvPr>
        </p:nvSpPr>
        <p:spPr/>
        <p:txBody>
          <a:bodyPr/>
          <a:lstStyle/>
          <a:p>
            <a:r>
              <a:rPr lang="en-US" dirty="0"/>
              <a:t>Success Story – Release Documentation in Agile</a:t>
            </a:r>
          </a:p>
        </p:txBody>
      </p:sp>
      <p:sp>
        <p:nvSpPr>
          <p:cNvPr id="3" name="Subtitle 2">
            <a:extLst>
              <a:ext uri="{FF2B5EF4-FFF2-40B4-BE49-F238E27FC236}">
                <a16:creationId xmlns:a16="http://schemas.microsoft.com/office/drawing/2014/main" id="{C8C9906A-BB64-49FC-B7C9-246BCA41C27E}"/>
              </a:ext>
            </a:extLst>
          </p:cNvPr>
          <p:cNvSpPr>
            <a:spLocks noGrp="1"/>
          </p:cNvSpPr>
          <p:nvPr>
            <p:ph type="subTitle" idx="1"/>
          </p:nvPr>
        </p:nvSpPr>
        <p:spPr/>
        <p:txBody>
          <a:bodyPr>
            <a:normAutofit lnSpcReduction="10000"/>
          </a:bodyPr>
          <a:lstStyle/>
          <a:p>
            <a:r>
              <a:rPr lang="en-US" dirty="0"/>
              <a:t>Sruti Putcha</a:t>
            </a:r>
          </a:p>
          <a:p>
            <a:r>
              <a:rPr lang="en-US" dirty="0">
                <a:hlinkClick r:id="rId2"/>
              </a:rPr>
              <a:t>Sruti.putcha@Accenture.com</a:t>
            </a:r>
            <a:endParaRPr lang="en-US" dirty="0"/>
          </a:p>
          <a:p>
            <a:r>
              <a:rPr lang="en-US" dirty="0"/>
              <a:t>Accenture, Bengaluru</a:t>
            </a:r>
          </a:p>
          <a:p>
            <a:endParaRPr lang="en-US" dirty="0"/>
          </a:p>
        </p:txBody>
      </p:sp>
    </p:spTree>
    <p:extLst>
      <p:ext uri="{BB962C8B-B14F-4D97-AF65-F5344CB8AC3E}">
        <p14:creationId xmlns:p14="http://schemas.microsoft.com/office/powerpoint/2010/main" val="558182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BC129-E9BC-4D10-A99C-51F215262E2D}"/>
              </a:ext>
            </a:extLst>
          </p:cNvPr>
          <p:cNvSpPr>
            <a:spLocks noGrp="1"/>
          </p:cNvSpPr>
          <p:nvPr>
            <p:ph type="title"/>
          </p:nvPr>
        </p:nvSpPr>
        <p:spPr/>
        <p:txBody>
          <a:bodyPr/>
          <a:lstStyle/>
          <a:p>
            <a:r>
              <a:rPr lang="en-US" dirty="0"/>
              <a:t>Who am I?</a:t>
            </a:r>
          </a:p>
        </p:txBody>
      </p:sp>
      <p:sp>
        <p:nvSpPr>
          <p:cNvPr id="3" name="Content Placeholder 2">
            <a:extLst>
              <a:ext uri="{FF2B5EF4-FFF2-40B4-BE49-F238E27FC236}">
                <a16:creationId xmlns:a16="http://schemas.microsoft.com/office/drawing/2014/main" id="{148E3161-604A-406D-A75F-7C79628C63BF}"/>
              </a:ext>
            </a:extLst>
          </p:cNvPr>
          <p:cNvSpPr>
            <a:spLocks noGrp="1"/>
          </p:cNvSpPr>
          <p:nvPr>
            <p:ph idx="1"/>
          </p:nvPr>
        </p:nvSpPr>
        <p:spPr/>
        <p:txBody>
          <a:bodyPr/>
          <a:lstStyle/>
          <a:p>
            <a:r>
              <a:rPr lang="en-US" dirty="0"/>
              <a:t>Documentation manager</a:t>
            </a:r>
          </a:p>
          <a:p>
            <a:r>
              <a:rPr lang="en-US" dirty="0"/>
              <a:t>Handles product documentation for 2 of the products within Accenture</a:t>
            </a:r>
          </a:p>
          <a:p>
            <a:r>
              <a:rPr lang="en-US" dirty="0"/>
              <a:t>Successfully implemented new agile way of working within the documentation team</a:t>
            </a:r>
          </a:p>
          <a:p>
            <a:endParaRPr lang="en-US" dirty="0"/>
          </a:p>
          <a:p>
            <a:endParaRPr lang="en-US" dirty="0"/>
          </a:p>
        </p:txBody>
      </p:sp>
    </p:spTree>
    <p:extLst>
      <p:ext uri="{BB962C8B-B14F-4D97-AF65-F5344CB8AC3E}">
        <p14:creationId xmlns:p14="http://schemas.microsoft.com/office/powerpoint/2010/main" val="280797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3C726-F133-47AE-9A3F-E1CEA93B589F}"/>
              </a:ext>
            </a:extLst>
          </p:cNvPr>
          <p:cNvSpPr>
            <a:spLocks noGrp="1"/>
          </p:cNvSpPr>
          <p:nvPr>
            <p:ph type="title"/>
          </p:nvPr>
        </p:nvSpPr>
        <p:spPr/>
        <p:txBody>
          <a:bodyPr/>
          <a:lstStyle/>
          <a:p>
            <a:r>
              <a:rPr lang="en-US" dirty="0"/>
              <a:t>Topics Covered</a:t>
            </a:r>
          </a:p>
        </p:txBody>
      </p:sp>
      <p:sp>
        <p:nvSpPr>
          <p:cNvPr id="3" name="Content Placeholder 2">
            <a:extLst>
              <a:ext uri="{FF2B5EF4-FFF2-40B4-BE49-F238E27FC236}">
                <a16:creationId xmlns:a16="http://schemas.microsoft.com/office/drawing/2014/main" id="{C9FA2641-CCE0-4788-9B7E-3A1E10756B82}"/>
              </a:ext>
            </a:extLst>
          </p:cNvPr>
          <p:cNvSpPr>
            <a:spLocks noGrp="1"/>
          </p:cNvSpPr>
          <p:nvPr>
            <p:ph idx="1"/>
          </p:nvPr>
        </p:nvSpPr>
        <p:spPr>
          <a:xfrm>
            <a:off x="2592925" y="2125133"/>
            <a:ext cx="9077855" cy="3445934"/>
          </a:xfrm>
        </p:spPr>
        <p:txBody>
          <a:bodyPr>
            <a:noAutofit/>
          </a:bodyPr>
          <a:lstStyle/>
          <a:p>
            <a:pPr lvl="0"/>
            <a:r>
              <a:rPr lang="en-US" dirty="0"/>
              <a:t>Objective</a:t>
            </a:r>
          </a:p>
          <a:p>
            <a:r>
              <a:rPr lang="en-US" dirty="0"/>
              <a:t>Rationale</a:t>
            </a:r>
          </a:p>
          <a:p>
            <a:pPr lvl="0"/>
            <a:r>
              <a:rPr lang="en-US" dirty="0"/>
              <a:t>Method followed</a:t>
            </a:r>
          </a:p>
          <a:p>
            <a:pPr lvl="0"/>
            <a:r>
              <a:rPr lang="en-US" dirty="0"/>
              <a:t>Process in detail</a:t>
            </a:r>
          </a:p>
          <a:p>
            <a:pPr lvl="0"/>
            <a:r>
              <a:rPr lang="en-US" dirty="0"/>
              <a:t>Stakeholder management and process setting</a:t>
            </a:r>
          </a:p>
          <a:p>
            <a:pPr lvl="0"/>
            <a:r>
              <a:rPr lang="en-US" dirty="0"/>
              <a:t>Benefits</a:t>
            </a:r>
          </a:p>
          <a:p>
            <a:pPr lvl="0"/>
            <a:r>
              <a:rPr lang="en-US" dirty="0"/>
              <a:t>Risk mitigation</a:t>
            </a:r>
          </a:p>
          <a:p>
            <a:pPr lvl="0"/>
            <a:r>
              <a:rPr lang="en-US" dirty="0"/>
              <a:t>Metrics measured</a:t>
            </a:r>
            <a:br>
              <a:rPr lang="en-US" dirty="0"/>
            </a:br>
            <a:endParaRPr lang="en-US" dirty="0"/>
          </a:p>
          <a:p>
            <a:endParaRPr lang="en-US" dirty="0"/>
          </a:p>
        </p:txBody>
      </p:sp>
    </p:spTree>
    <p:extLst>
      <p:ext uri="{BB962C8B-B14F-4D97-AF65-F5344CB8AC3E}">
        <p14:creationId xmlns:p14="http://schemas.microsoft.com/office/powerpoint/2010/main" val="413139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91039-FF5E-41FA-B71A-5846221D95F5}"/>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788DBF19-D788-4AD3-86D0-17F2EC652E92}"/>
              </a:ext>
            </a:extLst>
          </p:cNvPr>
          <p:cNvSpPr>
            <a:spLocks noGrp="1"/>
          </p:cNvSpPr>
          <p:nvPr>
            <p:ph idx="1"/>
          </p:nvPr>
        </p:nvSpPr>
        <p:spPr/>
        <p:txBody>
          <a:bodyPr/>
          <a:lstStyle/>
          <a:p>
            <a:r>
              <a:rPr lang="en-US" dirty="0"/>
              <a:t>Different methods followed</a:t>
            </a:r>
          </a:p>
          <a:p>
            <a:r>
              <a:rPr lang="en-US" dirty="0"/>
              <a:t>Challenges and Best practices</a:t>
            </a:r>
          </a:p>
          <a:p>
            <a:r>
              <a:rPr lang="en-US" dirty="0"/>
              <a:t>The better way</a:t>
            </a:r>
          </a:p>
        </p:txBody>
      </p:sp>
      <p:sp>
        <p:nvSpPr>
          <p:cNvPr id="6" name="Rectangle: Rounded Corners 5">
            <a:extLst>
              <a:ext uri="{FF2B5EF4-FFF2-40B4-BE49-F238E27FC236}">
                <a16:creationId xmlns:a16="http://schemas.microsoft.com/office/drawing/2014/main" id="{C69C8EF3-2976-4C14-94CB-0861B208BC90}"/>
              </a:ext>
            </a:extLst>
          </p:cNvPr>
          <p:cNvSpPr/>
          <p:nvPr/>
        </p:nvSpPr>
        <p:spPr>
          <a:xfrm>
            <a:off x="2955235" y="4192257"/>
            <a:ext cx="6135756" cy="10423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 Streamlined Approach</a:t>
            </a:r>
          </a:p>
        </p:txBody>
      </p:sp>
      <p:sp>
        <p:nvSpPr>
          <p:cNvPr id="8" name="Arrow: Bent 7">
            <a:extLst>
              <a:ext uri="{FF2B5EF4-FFF2-40B4-BE49-F238E27FC236}">
                <a16:creationId xmlns:a16="http://schemas.microsoft.com/office/drawing/2014/main" id="{FB000B12-CB33-44F5-A382-B2C9F22F5CF1}"/>
              </a:ext>
            </a:extLst>
          </p:cNvPr>
          <p:cNvSpPr/>
          <p:nvPr/>
        </p:nvSpPr>
        <p:spPr>
          <a:xfrm rot="5400000">
            <a:off x="4797288" y="3061253"/>
            <a:ext cx="1099930" cy="1042352"/>
          </a:xfrm>
          <a:prstGeom prst="bentArrow">
            <a:avLst>
              <a:gd name="adj1" fmla="val 9744"/>
              <a:gd name="adj2" fmla="val 25000"/>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81477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8C7CE-2A66-42D6-B6F1-D7E4BF438F24}"/>
              </a:ext>
            </a:extLst>
          </p:cNvPr>
          <p:cNvSpPr>
            <a:spLocks noGrp="1"/>
          </p:cNvSpPr>
          <p:nvPr>
            <p:ph type="title"/>
          </p:nvPr>
        </p:nvSpPr>
        <p:spPr/>
        <p:txBody>
          <a:bodyPr/>
          <a:lstStyle/>
          <a:p>
            <a:r>
              <a:rPr lang="en-US" dirty="0"/>
              <a:t>Rationale</a:t>
            </a:r>
          </a:p>
        </p:txBody>
      </p:sp>
      <p:sp>
        <p:nvSpPr>
          <p:cNvPr id="3" name="Content Placeholder 2">
            <a:extLst>
              <a:ext uri="{FF2B5EF4-FFF2-40B4-BE49-F238E27FC236}">
                <a16:creationId xmlns:a16="http://schemas.microsoft.com/office/drawing/2014/main" id="{7B550B5C-794B-43D8-A00C-AC0FAC991AA6}"/>
              </a:ext>
            </a:extLst>
          </p:cNvPr>
          <p:cNvSpPr>
            <a:spLocks noGrp="1"/>
          </p:cNvSpPr>
          <p:nvPr>
            <p:ph idx="1"/>
          </p:nvPr>
        </p:nvSpPr>
        <p:spPr/>
        <p:txBody>
          <a:bodyPr/>
          <a:lstStyle/>
          <a:p>
            <a:r>
              <a:rPr lang="en-US" dirty="0"/>
              <a:t>General methods followed by Documentation team for Agile</a:t>
            </a:r>
          </a:p>
          <a:p>
            <a:endParaRPr lang="en-US" dirty="0"/>
          </a:p>
          <a:p>
            <a:endParaRPr lang="en-US" dirty="0"/>
          </a:p>
          <a:p>
            <a:endParaRPr lang="en-US" dirty="0"/>
          </a:p>
          <a:p>
            <a:endParaRPr lang="en-US" dirty="0"/>
          </a:p>
          <a:p>
            <a:pPr marL="0" indent="0">
              <a:buNone/>
            </a:pPr>
            <a:endParaRPr lang="en-US" dirty="0"/>
          </a:p>
          <a:p>
            <a:r>
              <a:rPr lang="en-US" dirty="0"/>
              <a:t>Benefits</a:t>
            </a:r>
          </a:p>
          <a:p>
            <a:r>
              <a:rPr lang="en-US" dirty="0"/>
              <a:t>Pitfalls</a:t>
            </a:r>
          </a:p>
        </p:txBody>
      </p:sp>
      <p:sp>
        <p:nvSpPr>
          <p:cNvPr id="5" name="Rectangle: Rounded Corners 4">
            <a:extLst>
              <a:ext uri="{FF2B5EF4-FFF2-40B4-BE49-F238E27FC236}">
                <a16:creationId xmlns:a16="http://schemas.microsoft.com/office/drawing/2014/main" id="{DB6B861A-58AB-4233-9350-C1278EDACB37}"/>
              </a:ext>
            </a:extLst>
          </p:cNvPr>
          <p:cNvSpPr/>
          <p:nvPr/>
        </p:nvSpPr>
        <p:spPr>
          <a:xfrm>
            <a:off x="3208712" y="2810933"/>
            <a:ext cx="2887287" cy="10960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t>N-1sprint</a:t>
            </a:r>
          </a:p>
        </p:txBody>
      </p:sp>
      <p:sp>
        <p:nvSpPr>
          <p:cNvPr id="7" name="Rectangle: Rounded Corners 6">
            <a:extLst>
              <a:ext uri="{FF2B5EF4-FFF2-40B4-BE49-F238E27FC236}">
                <a16:creationId xmlns:a16="http://schemas.microsoft.com/office/drawing/2014/main" id="{05DD1874-0F5B-482C-9F99-4A47D024B8CC}"/>
              </a:ext>
            </a:extLst>
          </p:cNvPr>
          <p:cNvSpPr/>
          <p:nvPr/>
        </p:nvSpPr>
        <p:spPr>
          <a:xfrm>
            <a:off x="6715499" y="2810933"/>
            <a:ext cx="2039034" cy="10960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t>N</a:t>
            </a:r>
          </a:p>
        </p:txBody>
      </p:sp>
    </p:spTree>
    <p:extLst>
      <p:ext uri="{BB962C8B-B14F-4D97-AF65-F5344CB8AC3E}">
        <p14:creationId xmlns:p14="http://schemas.microsoft.com/office/powerpoint/2010/main" val="316041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B56FAD-BBF0-4BD9-8023-549E2B7109FD}"/>
              </a:ext>
            </a:extLst>
          </p:cNvPr>
          <p:cNvSpPr/>
          <p:nvPr/>
        </p:nvSpPr>
        <p:spPr>
          <a:xfrm>
            <a:off x="185980" y="2445026"/>
            <a:ext cx="12006020" cy="2464904"/>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E912B1-82C3-49FA-A668-513AA4431EE5}"/>
              </a:ext>
            </a:extLst>
          </p:cNvPr>
          <p:cNvSpPr/>
          <p:nvPr/>
        </p:nvSpPr>
        <p:spPr>
          <a:xfrm rot="19938363">
            <a:off x="3322679" y="2944405"/>
            <a:ext cx="4871731" cy="1323439"/>
          </a:xfrm>
          <a:prstGeom prst="rect">
            <a:avLst/>
          </a:prstGeom>
          <a:noFill/>
        </p:spPr>
        <p:txBody>
          <a:bodyPr wrap="square" lIns="91440" tIns="45720" rIns="91440" bIns="45720">
            <a:spAutoFit/>
          </a:bodyPr>
          <a:lstStyle/>
          <a:p>
            <a:pPr algn="ctr"/>
            <a:r>
              <a:rPr lang="en-US" sz="8000" b="1" spc="50" dirty="0">
                <a:ln w="9525" cmpd="sng">
                  <a:solidFill>
                    <a:schemeClr val="accent1"/>
                  </a:solidFill>
                  <a:prstDash val="solid"/>
                </a:ln>
                <a:solidFill>
                  <a:srgbClr val="70AD47">
                    <a:tint val="1000"/>
                  </a:srgbClr>
                </a:solidFill>
                <a:effectLst>
                  <a:glow rad="38100">
                    <a:schemeClr val="accent1">
                      <a:alpha val="40000"/>
                    </a:schemeClr>
                  </a:glow>
                </a:effectLst>
              </a:rPr>
              <a:t>Solution</a:t>
            </a:r>
            <a:endParaRPr lang="en-US" sz="80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63183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8629B-EBA1-4F4E-A0DF-735AF763EE4D}"/>
              </a:ext>
            </a:extLst>
          </p:cNvPr>
          <p:cNvSpPr>
            <a:spLocks noGrp="1"/>
          </p:cNvSpPr>
          <p:nvPr>
            <p:ph type="title"/>
          </p:nvPr>
        </p:nvSpPr>
        <p:spPr/>
        <p:txBody>
          <a:bodyPr/>
          <a:lstStyle/>
          <a:p>
            <a:r>
              <a:rPr lang="en-US" dirty="0"/>
              <a:t>Method Followed</a:t>
            </a:r>
          </a:p>
        </p:txBody>
      </p:sp>
      <p:sp>
        <p:nvSpPr>
          <p:cNvPr id="9" name="Content Placeholder 8">
            <a:extLst>
              <a:ext uri="{FF2B5EF4-FFF2-40B4-BE49-F238E27FC236}">
                <a16:creationId xmlns:a16="http://schemas.microsoft.com/office/drawing/2014/main" id="{4A9EB92C-7794-4203-A5A9-A6580CCF74F9}"/>
              </a:ext>
            </a:extLst>
          </p:cNvPr>
          <p:cNvSpPr>
            <a:spLocks noGrp="1"/>
          </p:cNvSpPr>
          <p:nvPr>
            <p:ph idx="1"/>
          </p:nvPr>
        </p:nvSpPr>
        <p:spPr>
          <a:xfrm>
            <a:off x="2592925" y="3972819"/>
            <a:ext cx="8915400" cy="2493821"/>
          </a:xfrm>
        </p:spPr>
        <p:txBody>
          <a:bodyPr/>
          <a:lstStyle/>
          <a:p>
            <a:r>
              <a:rPr lang="en-US" dirty="0"/>
              <a:t>Process in detail</a:t>
            </a:r>
          </a:p>
          <a:p>
            <a:r>
              <a:rPr lang="en-US" dirty="0"/>
              <a:t>Benefits</a:t>
            </a:r>
          </a:p>
          <a:p>
            <a:r>
              <a:rPr lang="en-US" dirty="0"/>
              <a:t>Rules of the game</a:t>
            </a:r>
          </a:p>
        </p:txBody>
      </p:sp>
      <p:sp>
        <p:nvSpPr>
          <p:cNvPr id="5" name="Speech Bubble: Oval 4">
            <a:extLst>
              <a:ext uri="{FF2B5EF4-FFF2-40B4-BE49-F238E27FC236}">
                <a16:creationId xmlns:a16="http://schemas.microsoft.com/office/drawing/2014/main" id="{38640DC1-17AA-4DDB-B1F0-A0FC0274CA89}"/>
              </a:ext>
            </a:extLst>
          </p:cNvPr>
          <p:cNvSpPr/>
          <p:nvPr/>
        </p:nvSpPr>
        <p:spPr>
          <a:xfrm>
            <a:off x="6860452" y="441235"/>
            <a:ext cx="4522124" cy="2268719"/>
          </a:xfrm>
          <a:prstGeom prst="wedgeEllipseCallout">
            <a:avLst>
              <a:gd name="adj1" fmla="val -66789"/>
              <a:gd name="adj2" fmla="val 58836"/>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Yes, you heard it right</a:t>
            </a:r>
          </a:p>
        </p:txBody>
      </p:sp>
      <p:sp>
        <p:nvSpPr>
          <p:cNvPr id="10" name="Rectangle: Rounded Corners 9">
            <a:extLst>
              <a:ext uri="{FF2B5EF4-FFF2-40B4-BE49-F238E27FC236}">
                <a16:creationId xmlns:a16="http://schemas.microsoft.com/office/drawing/2014/main" id="{4B8462E9-E38E-4805-B7F9-2A212349C330}"/>
              </a:ext>
            </a:extLst>
          </p:cNvPr>
          <p:cNvSpPr/>
          <p:nvPr/>
        </p:nvSpPr>
        <p:spPr>
          <a:xfrm>
            <a:off x="2654528" y="2283078"/>
            <a:ext cx="3441472" cy="10960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t>N-1week</a:t>
            </a:r>
          </a:p>
        </p:txBody>
      </p:sp>
    </p:spTree>
    <p:extLst>
      <p:ext uri="{BB962C8B-B14F-4D97-AF65-F5344CB8AC3E}">
        <p14:creationId xmlns:p14="http://schemas.microsoft.com/office/powerpoint/2010/main" val="152491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3" name="OTLSHAPE_T_73a753fc3eb04cce8a74f5f2ee475fdf_HorizontalConnector1">
            <a:extLst>
              <a:ext uri="{FF2B5EF4-FFF2-40B4-BE49-F238E27FC236}">
                <a16:creationId xmlns:a16="http://schemas.microsoft.com/office/drawing/2014/main" id="{ECCF0D58-66F5-4B90-997B-FA85F52B39F7}"/>
              </a:ext>
            </a:extLst>
          </p:cNvPr>
          <p:cNvCxnSpPr>
            <a:cxnSpLocks/>
          </p:cNvCxnSpPr>
          <p:nvPr>
            <p:custDataLst>
              <p:tags r:id="rId2"/>
            </p:custDataLst>
          </p:nvPr>
        </p:nvCxnSpPr>
        <p:spPr>
          <a:xfrm>
            <a:off x="1478639" y="4852232"/>
            <a:ext cx="9431272" cy="0"/>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2" name="OTLSHAPE_T_3d5524b220ea4232b2aca4dceb1fd24f_HorizontalConnector1">
            <a:extLst>
              <a:ext uri="{FF2B5EF4-FFF2-40B4-BE49-F238E27FC236}">
                <a16:creationId xmlns:a16="http://schemas.microsoft.com/office/drawing/2014/main" id="{1FC9FABE-A462-4FD8-A903-1F4F06B449BB}"/>
              </a:ext>
            </a:extLst>
          </p:cNvPr>
          <p:cNvCxnSpPr>
            <a:cxnSpLocks/>
            <a:stCxn id="994" idx="3"/>
            <a:endCxn id="987" idx="1"/>
          </p:cNvCxnSpPr>
          <p:nvPr>
            <p:custDataLst>
              <p:tags r:id="rId3"/>
            </p:custDataLst>
          </p:nvPr>
        </p:nvCxnSpPr>
        <p:spPr>
          <a:xfrm flipV="1">
            <a:off x="1491423" y="4569189"/>
            <a:ext cx="8359602" cy="6496"/>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1" name="OTLSHAPE_T_87ee498b9b024e72a9fd4bf0b93a907e_HorizontalConnector1">
            <a:extLst>
              <a:ext uri="{FF2B5EF4-FFF2-40B4-BE49-F238E27FC236}">
                <a16:creationId xmlns:a16="http://schemas.microsoft.com/office/drawing/2014/main" id="{5404F537-FBB2-43AA-AFBE-A78823A4268A}"/>
              </a:ext>
            </a:extLst>
          </p:cNvPr>
          <p:cNvCxnSpPr>
            <a:cxnSpLocks/>
            <a:endCxn id="979" idx="1"/>
          </p:cNvCxnSpPr>
          <p:nvPr>
            <p:custDataLst>
              <p:tags r:id="rId4"/>
            </p:custDataLst>
          </p:nvPr>
        </p:nvCxnSpPr>
        <p:spPr>
          <a:xfrm>
            <a:off x="1566518" y="4332534"/>
            <a:ext cx="4967107" cy="0"/>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0" name="OTLSHAPE_T_7f025863b5434f9ca6f083d56cac4820_HorizontalConnector1">
            <a:extLst>
              <a:ext uri="{FF2B5EF4-FFF2-40B4-BE49-F238E27FC236}">
                <a16:creationId xmlns:a16="http://schemas.microsoft.com/office/drawing/2014/main" id="{0D36A0D5-6442-42DE-AE0C-C4AEF41DB551}"/>
              </a:ext>
            </a:extLst>
          </p:cNvPr>
          <p:cNvCxnSpPr>
            <a:cxnSpLocks/>
            <a:endCxn id="971" idx="1"/>
          </p:cNvCxnSpPr>
          <p:nvPr>
            <p:custDataLst>
              <p:tags r:id="rId5"/>
            </p:custDataLst>
          </p:nvPr>
        </p:nvCxnSpPr>
        <p:spPr>
          <a:xfrm>
            <a:off x="1510389" y="4055416"/>
            <a:ext cx="3710351" cy="0"/>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9" name="OTLSHAPE_M_59b5ac8298c14cca9e65190bf60d5d05_Connector1">
            <a:extLst>
              <a:ext uri="{FF2B5EF4-FFF2-40B4-BE49-F238E27FC236}">
                <a16:creationId xmlns:a16="http://schemas.microsoft.com/office/drawing/2014/main" id="{4F538EB4-23A9-4A6C-92E4-BDD4D8696E7C}"/>
              </a:ext>
            </a:extLst>
          </p:cNvPr>
          <p:cNvCxnSpPr/>
          <p:nvPr>
            <p:custDataLst>
              <p:tags r:id="rId6"/>
            </p:custDataLst>
          </p:nvPr>
        </p:nvCxnSpPr>
        <p:spPr>
          <a:xfrm>
            <a:off x="11353586" y="2220241"/>
            <a:ext cx="0" cy="612690"/>
          </a:xfrm>
          <a:prstGeom prst="line">
            <a:avLst/>
          </a:prstGeom>
          <a:ln w="9525" cap="flat" cmpd="sng" algn="ctr">
            <a:solidFill>
              <a:schemeClr val="accent2">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8" name="OTLSHAPE_M_494d9fbaf87e45088c1b59ca8ba4650b_Connector1">
            <a:extLst>
              <a:ext uri="{FF2B5EF4-FFF2-40B4-BE49-F238E27FC236}">
                <a16:creationId xmlns:a16="http://schemas.microsoft.com/office/drawing/2014/main" id="{118E2606-24CF-4AC0-A4A3-1B6BEFCEF911}"/>
              </a:ext>
            </a:extLst>
          </p:cNvPr>
          <p:cNvCxnSpPr/>
          <p:nvPr>
            <p:custDataLst>
              <p:tags r:id="rId7"/>
            </p:custDataLst>
          </p:nvPr>
        </p:nvCxnSpPr>
        <p:spPr>
          <a:xfrm>
            <a:off x="7414933" y="1938217"/>
            <a:ext cx="0" cy="894715"/>
          </a:xfrm>
          <a:prstGeom prst="line">
            <a:avLst/>
          </a:prstGeom>
          <a:ln w="9525" cap="flat" cmpd="sng" algn="ctr">
            <a:solidFill>
              <a:srgbClr val="1F497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7" name="OTLSHAPE_M_9f860f8d65ee4aac85039f30c2ffcf33_Connector1">
            <a:extLst>
              <a:ext uri="{FF2B5EF4-FFF2-40B4-BE49-F238E27FC236}">
                <a16:creationId xmlns:a16="http://schemas.microsoft.com/office/drawing/2014/main" id="{C38193E3-5078-465C-98A5-8864DCD8E185}"/>
              </a:ext>
            </a:extLst>
          </p:cNvPr>
          <p:cNvCxnSpPr/>
          <p:nvPr>
            <p:custDataLst>
              <p:tags r:id="rId8"/>
            </p:custDataLst>
          </p:nvPr>
        </p:nvCxnSpPr>
        <p:spPr>
          <a:xfrm>
            <a:off x="1288139" y="1938217"/>
            <a:ext cx="0" cy="894715"/>
          </a:xfrm>
          <a:prstGeom prst="line">
            <a:avLst/>
          </a:prstGeom>
          <a:ln w="9525" cap="flat" cmpd="sng" algn="ctr">
            <a:solidFill>
              <a:schemeClr val="accent6">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6" name="OTLSHAPE_M_dc74cfb5bb704b9b8203806a63d0af85_Connector1">
            <a:extLst>
              <a:ext uri="{FF2B5EF4-FFF2-40B4-BE49-F238E27FC236}">
                <a16:creationId xmlns:a16="http://schemas.microsoft.com/office/drawing/2014/main" id="{1C1BBD49-24C4-49A3-BA82-04A8195A3CEA}"/>
              </a:ext>
            </a:extLst>
          </p:cNvPr>
          <p:cNvCxnSpPr/>
          <p:nvPr>
            <p:custDataLst>
              <p:tags r:id="rId9"/>
            </p:custDataLst>
          </p:nvPr>
        </p:nvCxnSpPr>
        <p:spPr>
          <a:xfrm>
            <a:off x="10478329" y="2390760"/>
            <a:ext cx="0" cy="442172"/>
          </a:xfrm>
          <a:prstGeom prst="line">
            <a:avLst/>
          </a:prstGeom>
          <a:ln w="9525" cap="flat" cmpd="sng" algn="ctr">
            <a:solidFill>
              <a:srgbClr val="1F497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5" name="OTLSHAPE_M_051a32e4ff0e47229380669de64fe5ab_Connector1">
            <a:extLst>
              <a:ext uri="{FF2B5EF4-FFF2-40B4-BE49-F238E27FC236}">
                <a16:creationId xmlns:a16="http://schemas.microsoft.com/office/drawing/2014/main" id="{76FBE114-CFDB-4E82-9C14-97A3B16EB7E4}"/>
              </a:ext>
            </a:extLst>
          </p:cNvPr>
          <p:cNvCxnSpPr/>
          <p:nvPr>
            <p:custDataLst>
              <p:tags r:id="rId10"/>
            </p:custDataLst>
          </p:nvPr>
        </p:nvCxnSpPr>
        <p:spPr>
          <a:xfrm>
            <a:off x="4789164" y="2390760"/>
            <a:ext cx="0" cy="442172"/>
          </a:xfrm>
          <a:prstGeom prst="line">
            <a:avLst/>
          </a:prstGeom>
          <a:ln w="9525" cap="flat" cmpd="sng" algn="ctr">
            <a:solidFill>
              <a:schemeClr val="accent6">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4" name="OTLSHAPE_M_577264f3142f4c758f71b98af5463a32_Connector1">
            <a:extLst>
              <a:ext uri="{FF2B5EF4-FFF2-40B4-BE49-F238E27FC236}">
                <a16:creationId xmlns:a16="http://schemas.microsoft.com/office/drawing/2014/main" id="{3F759DE9-CB9E-4863-AF62-9CB8439E71DB}"/>
              </a:ext>
            </a:extLst>
          </p:cNvPr>
          <p:cNvCxnSpPr/>
          <p:nvPr>
            <p:custDataLst>
              <p:tags r:id="rId11"/>
            </p:custDataLst>
          </p:nvPr>
        </p:nvCxnSpPr>
        <p:spPr>
          <a:xfrm>
            <a:off x="7414933" y="2390760"/>
            <a:ext cx="0" cy="442172"/>
          </a:xfrm>
          <a:prstGeom prst="line">
            <a:avLst/>
          </a:prstGeom>
          <a:ln w="9525" cap="flat" cmpd="sng" algn="ctr">
            <a:solidFill>
              <a:srgbClr val="1F497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3" name="OTLSHAPE_M_8cc1ba62bc92479399f399f1daac8d07_Connector1">
            <a:extLst>
              <a:ext uri="{FF2B5EF4-FFF2-40B4-BE49-F238E27FC236}">
                <a16:creationId xmlns:a16="http://schemas.microsoft.com/office/drawing/2014/main" id="{7E0236DD-4C65-4FA3-ADDF-E4722043AD2E}"/>
              </a:ext>
            </a:extLst>
          </p:cNvPr>
          <p:cNvCxnSpPr/>
          <p:nvPr>
            <p:custDataLst>
              <p:tags r:id="rId12"/>
            </p:custDataLst>
          </p:nvPr>
        </p:nvCxnSpPr>
        <p:spPr>
          <a:xfrm>
            <a:off x="1725768" y="2390760"/>
            <a:ext cx="0" cy="442172"/>
          </a:xfrm>
          <a:prstGeom prst="line">
            <a:avLst/>
          </a:prstGeom>
          <a:ln w="9525" cap="flat" cmpd="sng" algn="ctr">
            <a:solidFill>
              <a:schemeClr val="dk2">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4" name="OTLSHAPE_TB_00000000000000000000000000000000_LeftEndCaps">
            <a:extLst>
              <a:ext uri="{FF2B5EF4-FFF2-40B4-BE49-F238E27FC236}">
                <a16:creationId xmlns:a16="http://schemas.microsoft.com/office/drawing/2014/main" id="{52471DE4-CED5-4FB2-A1CC-909E648DFBC7}"/>
              </a:ext>
            </a:extLst>
          </p:cNvPr>
          <p:cNvSpPr txBox="1"/>
          <p:nvPr>
            <p:custDataLst>
              <p:tags r:id="rId13"/>
            </p:custDataLst>
          </p:nvPr>
        </p:nvSpPr>
        <p:spPr>
          <a:xfrm>
            <a:off x="254000" y="2883901"/>
            <a:ext cx="451662"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38" normalizeH="0" baseline="0" noProof="0">
                <a:ln>
                  <a:noFill/>
                </a:ln>
                <a:solidFill>
                  <a:srgbClr val="C0504D"/>
                </a:solidFill>
                <a:effectLst/>
                <a:uLnTx/>
                <a:uFillTx/>
                <a:latin typeface="Calibri" panose="020F0502020204030204" pitchFamily="34" charset="0"/>
                <a:ea typeface="+mn-ea"/>
                <a:cs typeface="+mn-cs"/>
              </a:rPr>
              <a:t>2019</a:t>
            </a:r>
          </a:p>
        </p:txBody>
      </p:sp>
      <p:sp>
        <p:nvSpPr>
          <p:cNvPr id="895" name="OTLSHAPE_TB_00000000000000000000000000000000_RightEndCaps">
            <a:extLst>
              <a:ext uri="{FF2B5EF4-FFF2-40B4-BE49-F238E27FC236}">
                <a16:creationId xmlns:a16="http://schemas.microsoft.com/office/drawing/2014/main" id="{9A863371-534D-4C29-BA26-23F5D75E6F70}"/>
              </a:ext>
            </a:extLst>
          </p:cNvPr>
          <p:cNvSpPr txBox="1"/>
          <p:nvPr>
            <p:custDataLst>
              <p:tags r:id="rId14"/>
            </p:custDataLst>
          </p:nvPr>
        </p:nvSpPr>
        <p:spPr>
          <a:xfrm>
            <a:off x="11474534" y="2883901"/>
            <a:ext cx="451662"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38" normalizeH="0" baseline="0" noProof="0">
                <a:ln>
                  <a:noFill/>
                </a:ln>
                <a:solidFill>
                  <a:srgbClr val="C0504D"/>
                </a:solidFill>
                <a:effectLst/>
                <a:uLnTx/>
                <a:uFillTx/>
                <a:latin typeface="Calibri" panose="020F0502020204030204" pitchFamily="34" charset="0"/>
                <a:ea typeface="+mn-ea"/>
                <a:cs typeface="+mn-cs"/>
              </a:rPr>
              <a:t>2019</a:t>
            </a:r>
          </a:p>
        </p:txBody>
      </p:sp>
      <p:sp>
        <p:nvSpPr>
          <p:cNvPr id="896" name="OTLSHAPE_TB_00000000000000000000000000000000_ScaleContainer">
            <a:extLst>
              <a:ext uri="{FF2B5EF4-FFF2-40B4-BE49-F238E27FC236}">
                <a16:creationId xmlns:a16="http://schemas.microsoft.com/office/drawing/2014/main" id="{72C5C1B1-C4B0-4FB2-AE41-8EE635F89192}"/>
              </a:ext>
            </a:extLst>
          </p:cNvPr>
          <p:cNvSpPr/>
          <p:nvPr>
            <p:custDataLst>
              <p:tags r:id="rId15"/>
            </p:custDataLst>
          </p:nvPr>
        </p:nvSpPr>
        <p:spPr>
          <a:xfrm>
            <a:off x="844465" y="2832932"/>
            <a:ext cx="10515600" cy="381000"/>
          </a:xfrm>
          <a:prstGeom prst="rect">
            <a:avLst/>
          </a:prstGeom>
          <a:gradFill flip="none" rotWithShape="1">
            <a:gsLst>
              <a:gs pos="0">
                <a:srgbClr val="1F497D"/>
              </a:gs>
              <a:gs pos="0">
                <a:srgbClr val="1F497D"/>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7" name="OTLSHAPE_TB_00000000000000000000000000000000_ElapsedTime" hidden="1">
            <a:extLst>
              <a:ext uri="{FF2B5EF4-FFF2-40B4-BE49-F238E27FC236}">
                <a16:creationId xmlns:a16="http://schemas.microsoft.com/office/drawing/2014/main" id="{1957F6D3-53BE-45C1-A9AC-46C86A4EC1BA}"/>
              </a:ext>
            </a:extLst>
          </p:cNvPr>
          <p:cNvSpPr/>
          <p:nvPr>
            <p:custDataLst>
              <p:tags r:id="rId1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8" name="OTLSHAPE_TB_00000000000000000000000000000000_TodayMarkerShape" hidden="1">
            <a:extLst>
              <a:ext uri="{FF2B5EF4-FFF2-40B4-BE49-F238E27FC236}">
                <a16:creationId xmlns:a16="http://schemas.microsoft.com/office/drawing/2014/main" id="{D8319AA1-9D3E-4328-88B5-AF5D9CA4751F}"/>
              </a:ext>
            </a:extLst>
          </p:cNvPr>
          <p:cNvSpPr/>
          <p:nvPr>
            <p:custDataLst>
              <p:tags r:id="rId17"/>
            </p:custDataLst>
          </p:nvPr>
        </p:nvSpPr>
        <p:spPr>
          <a:xfrm>
            <a:off x="790037" y="5524500"/>
            <a:ext cx="108857" cy="1270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99" name="OTLSHAPE_TB_00000000000000000000000000000000_TodayMarkerText" hidden="1">
            <a:extLst>
              <a:ext uri="{FF2B5EF4-FFF2-40B4-BE49-F238E27FC236}">
                <a16:creationId xmlns:a16="http://schemas.microsoft.com/office/drawing/2014/main" id="{9B9B3A54-F94A-4AAC-882F-DB7DB556F759}"/>
              </a:ext>
            </a:extLst>
          </p:cNvPr>
          <p:cNvSpPr txBox="1"/>
          <p:nvPr>
            <p:custDataLst>
              <p:tags r:id="rId18"/>
            </p:custDataLst>
          </p:nvPr>
        </p:nvSpPr>
        <p:spPr>
          <a:xfrm>
            <a:off x="844465" y="5651500"/>
            <a:ext cx="363369" cy="184666"/>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Today</a:t>
            </a:r>
          </a:p>
        </p:txBody>
      </p:sp>
      <p:sp>
        <p:nvSpPr>
          <p:cNvPr id="900" name="OTLSHAPE_TB_00000000000000000000000000000000_TimescaleInterval1">
            <a:extLst>
              <a:ext uri="{FF2B5EF4-FFF2-40B4-BE49-F238E27FC236}">
                <a16:creationId xmlns:a16="http://schemas.microsoft.com/office/drawing/2014/main" id="{E4A7F7E2-97AF-4057-93B5-E9CC9C508BF2}"/>
              </a:ext>
            </a:extLst>
          </p:cNvPr>
          <p:cNvSpPr txBox="1"/>
          <p:nvPr>
            <p:custDataLst>
              <p:tags r:id="rId19"/>
            </p:custDataLst>
          </p:nvPr>
        </p:nvSpPr>
        <p:spPr>
          <a:xfrm>
            <a:off x="907965" y="2930404"/>
            <a:ext cx="34176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4" normalizeH="0" baseline="0" noProof="0">
                <a:ln>
                  <a:noFill/>
                </a:ln>
                <a:solidFill>
                  <a:prstClr val="white"/>
                </a:solidFill>
                <a:effectLst/>
                <a:uLnTx/>
                <a:uFillTx/>
                <a:latin typeface="Calibri" panose="020F0502020204030204" pitchFamily="34" charset="0"/>
                <a:ea typeface="+mn-ea"/>
                <a:cs typeface="+mn-cs"/>
              </a:rPr>
              <a:t>Day 1</a:t>
            </a:r>
          </a:p>
        </p:txBody>
      </p:sp>
      <p:cxnSp>
        <p:nvCxnSpPr>
          <p:cNvPr id="901" name="OTLSHAPE_TB_00000000000000000000000000000000_Separator1">
            <a:extLst>
              <a:ext uri="{FF2B5EF4-FFF2-40B4-BE49-F238E27FC236}">
                <a16:creationId xmlns:a16="http://schemas.microsoft.com/office/drawing/2014/main" id="{B1A6E731-0667-4C26-9A17-A94C21E400AE}"/>
              </a:ext>
            </a:extLst>
          </p:cNvPr>
          <p:cNvCxnSpPr/>
          <p:nvPr>
            <p:custDataLst>
              <p:tags r:id="rId20"/>
            </p:custDataLst>
          </p:nvPr>
        </p:nvCxnSpPr>
        <p:spPr>
          <a:xfrm>
            <a:off x="1719717"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2" name="OTLSHAPE_TB_00000000000000000000000000000000_TimescaleInterval2">
            <a:extLst>
              <a:ext uri="{FF2B5EF4-FFF2-40B4-BE49-F238E27FC236}">
                <a16:creationId xmlns:a16="http://schemas.microsoft.com/office/drawing/2014/main" id="{39ECEE87-1D95-4BAF-8AAD-7FBD38CD48D0}"/>
              </a:ext>
            </a:extLst>
          </p:cNvPr>
          <p:cNvSpPr txBox="1"/>
          <p:nvPr>
            <p:custDataLst>
              <p:tags r:id="rId21"/>
            </p:custDataLst>
          </p:nvPr>
        </p:nvSpPr>
        <p:spPr>
          <a:xfrm>
            <a:off x="1783222" y="2930404"/>
            <a:ext cx="7547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3</a:t>
            </a:r>
          </a:p>
        </p:txBody>
      </p:sp>
      <p:cxnSp>
        <p:nvCxnSpPr>
          <p:cNvPr id="903" name="OTLSHAPE_TB_00000000000000000000000000000000_Separator2">
            <a:extLst>
              <a:ext uri="{FF2B5EF4-FFF2-40B4-BE49-F238E27FC236}">
                <a16:creationId xmlns:a16="http://schemas.microsoft.com/office/drawing/2014/main" id="{E4618FD9-B469-47E3-B2B5-3A077E8054A6}"/>
              </a:ext>
            </a:extLst>
          </p:cNvPr>
          <p:cNvCxnSpPr/>
          <p:nvPr>
            <p:custDataLst>
              <p:tags r:id="rId22"/>
            </p:custDataLst>
          </p:nvPr>
        </p:nvCxnSpPr>
        <p:spPr>
          <a:xfrm>
            <a:off x="2594973"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4" name="OTLSHAPE_TB_00000000000000000000000000000000_TimescaleInterval3">
            <a:extLst>
              <a:ext uri="{FF2B5EF4-FFF2-40B4-BE49-F238E27FC236}">
                <a16:creationId xmlns:a16="http://schemas.microsoft.com/office/drawing/2014/main" id="{2059A571-381A-47E7-8EEE-B834E1E3559D}"/>
              </a:ext>
            </a:extLst>
          </p:cNvPr>
          <p:cNvSpPr txBox="1"/>
          <p:nvPr>
            <p:custDataLst>
              <p:tags r:id="rId23"/>
            </p:custDataLst>
          </p:nvPr>
        </p:nvSpPr>
        <p:spPr>
          <a:xfrm>
            <a:off x="2658478" y="2930404"/>
            <a:ext cx="7547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5</a:t>
            </a:r>
          </a:p>
        </p:txBody>
      </p:sp>
      <p:cxnSp>
        <p:nvCxnSpPr>
          <p:cNvPr id="905" name="OTLSHAPE_TB_00000000000000000000000000000000_Separator3">
            <a:extLst>
              <a:ext uri="{FF2B5EF4-FFF2-40B4-BE49-F238E27FC236}">
                <a16:creationId xmlns:a16="http://schemas.microsoft.com/office/drawing/2014/main" id="{56C2FE8B-3D87-4954-B07F-58B762EAC0D0}"/>
              </a:ext>
            </a:extLst>
          </p:cNvPr>
          <p:cNvCxnSpPr/>
          <p:nvPr>
            <p:custDataLst>
              <p:tags r:id="rId24"/>
            </p:custDataLst>
          </p:nvPr>
        </p:nvCxnSpPr>
        <p:spPr>
          <a:xfrm>
            <a:off x="3470229"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6" name="OTLSHAPE_TB_00000000000000000000000000000000_TimescaleInterval4">
            <a:extLst>
              <a:ext uri="{FF2B5EF4-FFF2-40B4-BE49-F238E27FC236}">
                <a16:creationId xmlns:a16="http://schemas.microsoft.com/office/drawing/2014/main" id="{3D1E02E5-A9D2-4471-9B2A-5964BF9A0735}"/>
              </a:ext>
            </a:extLst>
          </p:cNvPr>
          <p:cNvSpPr txBox="1"/>
          <p:nvPr>
            <p:custDataLst>
              <p:tags r:id="rId25"/>
            </p:custDataLst>
          </p:nvPr>
        </p:nvSpPr>
        <p:spPr>
          <a:xfrm>
            <a:off x="3533734" y="2930404"/>
            <a:ext cx="7547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7</a:t>
            </a:r>
          </a:p>
        </p:txBody>
      </p:sp>
      <p:cxnSp>
        <p:nvCxnSpPr>
          <p:cNvPr id="907" name="OTLSHAPE_TB_00000000000000000000000000000000_Separator4">
            <a:extLst>
              <a:ext uri="{FF2B5EF4-FFF2-40B4-BE49-F238E27FC236}">
                <a16:creationId xmlns:a16="http://schemas.microsoft.com/office/drawing/2014/main" id="{17500ACA-5C0B-4AEC-81D9-B169962E336F}"/>
              </a:ext>
            </a:extLst>
          </p:cNvPr>
          <p:cNvCxnSpPr/>
          <p:nvPr>
            <p:custDataLst>
              <p:tags r:id="rId26"/>
            </p:custDataLst>
          </p:nvPr>
        </p:nvCxnSpPr>
        <p:spPr>
          <a:xfrm>
            <a:off x="4345485"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8" name="OTLSHAPE_TB_00000000000000000000000000000000_TimescaleInterval5">
            <a:extLst>
              <a:ext uri="{FF2B5EF4-FFF2-40B4-BE49-F238E27FC236}">
                <a16:creationId xmlns:a16="http://schemas.microsoft.com/office/drawing/2014/main" id="{4E3FF5E7-1986-4D69-9948-B05BA9C6B677}"/>
              </a:ext>
            </a:extLst>
          </p:cNvPr>
          <p:cNvSpPr txBox="1"/>
          <p:nvPr>
            <p:custDataLst>
              <p:tags r:id="rId27"/>
            </p:custDataLst>
          </p:nvPr>
        </p:nvSpPr>
        <p:spPr>
          <a:xfrm>
            <a:off x="4408990" y="2930404"/>
            <a:ext cx="7547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9</a:t>
            </a:r>
          </a:p>
        </p:txBody>
      </p:sp>
      <p:cxnSp>
        <p:nvCxnSpPr>
          <p:cNvPr id="909" name="OTLSHAPE_TB_00000000000000000000000000000000_Separator5">
            <a:extLst>
              <a:ext uri="{FF2B5EF4-FFF2-40B4-BE49-F238E27FC236}">
                <a16:creationId xmlns:a16="http://schemas.microsoft.com/office/drawing/2014/main" id="{72234752-8AB4-40D1-BFA3-FF56EB93A946}"/>
              </a:ext>
            </a:extLst>
          </p:cNvPr>
          <p:cNvCxnSpPr/>
          <p:nvPr>
            <p:custDataLst>
              <p:tags r:id="rId28"/>
            </p:custDataLst>
          </p:nvPr>
        </p:nvCxnSpPr>
        <p:spPr>
          <a:xfrm>
            <a:off x="5220741"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0" name="OTLSHAPE_TB_00000000000000000000000000000000_TimescaleInterval6">
            <a:extLst>
              <a:ext uri="{FF2B5EF4-FFF2-40B4-BE49-F238E27FC236}">
                <a16:creationId xmlns:a16="http://schemas.microsoft.com/office/drawing/2014/main" id="{2E6051C5-5219-48A1-ADC8-13B2AAAC4B08}"/>
              </a:ext>
            </a:extLst>
          </p:cNvPr>
          <p:cNvSpPr txBox="1"/>
          <p:nvPr>
            <p:custDataLst>
              <p:tags r:id="rId29"/>
            </p:custDataLst>
          </p:nvPr>
        </p:nvSpPr>
        <p:spPr>
          <a:xfrm>
            <a:off x="5284246"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11</a:t>
            </a:r>
          </a:p>
        </p:txBody>
      </p:sp>
      <p:cxnSp>
        <p:nvCxnSpPr>
          <p:cNvPr id="911" name="OTLSHAPE_TB_00000000000000000000000000000000_Separator6">
            <a:extLst>
              <a:ext uri="{FF2B5EF4-FFF2-40B4-BE49-F238E27FC236}">
                <a16:creationId xmlns:a16="http://schemas.microsoft.com/office/drawing/2014/main" id="{BD0536E1-6B81-492A-B8B2-9D425E8694A3}"/>
              </a:ext>
            </a:extLst>
          </p:cNvPr>
          <p:cNvCxnSpPr/>
          <p:nvPr>
            <p:custDataLst>
              <p:tags r:id="rId30"/>
            </p:custDataLst>
          </p:nvPr>
        </p:nvCxnSpPr>
        <p:spPr>
          <a:xfrm>
            <a:off x="6095997"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2" name="OTLSHAPE_TB_00000000000000000000000000000000_TimescaleInterval7">
            <a:extLst>
              <a:ext uri="{FF2B5EF4-FFF2-40B4-BE49-F238E27FC236}">
                <a16:creationId xmlns:a16="http://schemas.microsoft.com/office/drawing/2014/main" id="{A45895A5-FE9C-461E-BF6C-313C8552D585}"/>
              </a:ext>
            </a:extLst>
          </p:cNvPr>
          <p:cNvSpPr txBox="1"/>
          <p:nvPr>
            <p:custDataLst>
              <p:tags r:id="rId31"/>
            </p:custDataLst>
          </p:nvPr>
        </p:nvSpPr>
        <p:spPr>
          <a:xfrm>
            <a:off x="6159503"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13</a:t>
            </a:r>
          </a:p>
        </p:txBody>
      </p:sp>
      <p:cxnSp>
        <p:nvCxnSpPr>
          <p:cNvPr id="913" name="OTLSHAPE_TB_00000000000000000000000000000000_Separator7">
            <a:extLst>
              <a:ext uri="{FF2B5EF4-FFF2-40B4-BE49-F238E27FC236}">
                <a16:creationId xmlns:a16="http://schemas.microsoft.com/office/drawing/2014/main" id="{52F99CAD-4298-4940-873D-D2006811E88D}"/>
              </a:ext>
            </a:extLst>
          </p:cNvPr>
          <p:cNvCxnSpPr/>
          <p:nvPr>
            <p:custDataLst>
              <p:tags r:id="rId32"/>
            </p:custDataLst>
          </p:nvPr>
        </p:nvCxnSpPr>
        <p:spPr>
          <a:xfrm>
            <a:off x="6971254"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4" name="OTLSHAPE_TB_00000000000000000000000000000000_TimescaleInterval8">
            <a:extLst>
              <a:ext uri="{FF2B5EF4-FFF2-40B4-BE49-F238E27FC236}">
                <a16:creationId xmlns:a16="http://schemas.microsoft.com/office/drawing/2014/main" id="{E3E282FB-7370-446B-82BE-56317AB72E06}"/>
              </a:ext>
            </a:extLst>
          </p:cNvPr>
          <p:cNvSpPr txBox="1"/>
          <p:nvPr>
            <p:custDataLst>
              <p:tags r:id="rId33"/>
            </p:custDataLst>
          </p:nvPr>
        </p:nvSpPr>
        <p:spPr>
          <a:xfrm>
            <a:off x="7034759"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15</a:t>
            </a:r>
          </a:p>
        </p:txBody>
      </p:sp>
      <p:cxnSp>
        <p:nvCxnSpPr>
          <p:cNvPr id="915" name="OTLSHAPE_TB_00000000000000000000000000000000_Separator8">
            <a:extLst>
              <a:ext uri="{FF2B5EF4-FFF2-40B4-BE49-F238E27FC236}">
                <a16:creationId xmlns:a16="http://schemas.microsoft.com/office/drawing/2014/main" id="{E478EA2B-638B-4E08-B3F4-D025D1D27281}"/>
              </a:ext>
            </a:extLst>
          </p:cNvPr>
          <p:cNvCxnSpPr/>
          <p:nvPr>
            <p:custDataLst>
              <p:tags r:id="rId34"/>
            </p:custDataLst>
          </p:nvPr>
        </p:nvCxnSpPr>
        <p:spPr>
          <a:xfrm>
            <a:off x="7846510"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6" name="OTLSHAPE_TB_00000000000000000000000000000000_TimescaleInterval9">
            <a:extLst>
              <a:ext uri="{FF2B5EF4-FFF2-40B4-BE49-F238E27FC236}">
                <a16:creationId xmlns:a16="http://schemas.microsoft.com/office/drawing/2014/main" id="{63778157-9D61-4C28-AAFA-B6C43DF635B9}"/>
              </a:ext>
            </a:extLst>
          </p:cNvPr>
          <p:cNvSpPr txBox="1"/>
          <p:nvPr>
            <p:custDataLst>
              <p:tags r:id="rId35"/>
            </p:custDataLst>
          </p:nvPr>
        </p:nvSpPr>
        <p:spPr>
          <a:xfrm>
            <a:off x="7910015"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17</a:t>
            </a:r>
          </a:p>
        </p:txBody>
      </p:sp>
      <p:cxnSp>
        <p:nvCxnSpPr>
          <p:cNvPr id="917" name="OTLSHAPE_TB_00000000000000000000000000000000_Separator9">
            <a:extLst>
              <a:ext uri="{FF2B5EF4-FFF2-40B4-BE49-F238E27FC236}">
                <a16:creationId xmlns:a16="http://schemas.microsoft.com/office/drawing/2014/main" id="{6A076E8F-4449-439A-AF38-FB8D177BE29D}"/>
              </a:ext>
            </a:extLst>
          </p:cNvPr>
          <p:cNvCxnSpPr/>
          <p:nvPr>
            <p:custDataLst>
              <p:tags r:id="rId36"/>
            </p:custDataLst>
          </p:nvPr>
        </p:nvCxnSpPr>
        <p:spPr>
          <a:xfrm>
            <a:off x="8721766"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8" name="OTLSHAPE_TB_00000000000000000000000000000000_TimescaleInterval10">
            <a:extLst>
              <a:ext uri="{FF2B5EF4-FFF2-40B4-BE49-F238E27FC236}">
                <a16:creationId xmlns:a16="http://schemas.microsoft.com/office/drawing/2014/main" id="{A9F6408C-073B-4E25-8E8C-4AD403FFEA04}"/>
              </a:ext>
            </a:extLst>
          </p:cNvPr>
          <p:cNvSpPr txBox="1"/>
          <p:nvPr>
            <p:custDataLst>
              <p:tags r:id="rId37"/>
            </p:custDataLst>
          </p:nvPr>
        </p:nvSpPr>
        <p:spPr>
          <a:xfrm>
            <a:off x="8785272"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19</a:t>
            </a:r>
          </a:p>
        </p:txBody>
      </p:sp>
      <p:cxnSp>
        <p:nvCxnSpPr>
          <p:cNvPr id="919" name="OTLSHAPE_TB_00000000000000000000000000000000_Separator10">
            <a:extLst>
              <a:ext uri="{FF2B5EF4-FFF2-40B4-BE49-F238E27FC236}">
                <a16:creationId xmlns:a16="http://schemas.microsoft.com/office/drawing/2014/main" id="{9C89135B-00E0-4DF6-8EED-D230E799B35F}"/>
              </a:ext>
            </a:extLst>
          </p:cNvPr>
          <p:cNvCxnSpPr/>
          <p:nvPr>
            <p:custDataLst>
              <p:tags r:id="rId38"/>
            </p:custDataLst>
          </p:nvPr>
        </p:nvCxnSpPr>
        <p:spPr>
          <a:xfrm>
            <a:off x="9597022"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0" name="OTLSHAPE_TB_00000000000000000000000000000000_TimescaleInterval11">
            <a:extLst>
              <a:ext uri="{FF2B5EF4-FFF2-40B4-BE49-F238E27FC236}">
                <a16:creationId xmlns:a16="http://schemas.microsoft.com/office/drawing/2014/main" id="{4E957EB1-B72D-4D6A-A90C-7736DCADBC2F}"/>
              </a:ext>
            </a:extLst>
          </p:cNvPr>
          <p:cNvSpPr txBox="1"/>
          <p:nvPr>
            <p:custDataLst>
              <p:tags r:id="rId39"/>
            </p:custDataLst>
          </p:nvPr>
        </p:nvSpPr>
        <p:spPr>
          <a:xfrm>
            <a:off x="9660527"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21</a:t>
            </a:r>
          </a:p>
        </p:txBody>
      </p:sp>
      <p:cxnSp>
        <p:nvCxnSpPr>
          <p:cNvPr id="921" name="OTLSHAPE_TB_00000000000000000000000000000000_Separator11">
            <a:extLst>
              <a:ext uri="{FF2B5EF4-FFF2-40B4-BE49-F238E27FC236}">
                <a16:creationId xmlns:a16="http://schemas.microsoft.com/office/drawing/2014/main" id="{4979A68E-A61F-43DD-B35F-93D5F4D22516}"/>
              </a:ext>
            </a:extLst>
          </p:cNvPr>
          <p:cNvCxnSpPr/>
          <p:nvPr>
            <p:custDataLst>
              <p:tags r:id="rId40"/>
            </p:custDataLst>
          </p:nvPr>
        </p:nvCxnSpPr>
        <p:spPr>
          <a:xfrm>
            <a:off x="10472279" y="2896432"/>
            <a:ext cx="0" cy="2540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2" name="OTLSHAPE_TB_00000000000000000000000000000000_TimescaleInterval12">
            <a:extLst>
              <a:ext uri="{FF2B5EF4-FFF2-40B4-BE49-F238E27FC236}">
                <a16:creationId xmlns:a16="http://schemas.microsoft.com/office/drawing/2014/main" id="{BF55CC1B-E67F-4D48-8FA0-697AD3C28A9E}"/>
              </a:ext>
            </a:extLst>
          </p:cNvPr>
          <p:cNvSpPr txBox="1"/>
          <p:nvPr>
            <p:custDataLst>
              <p:tags r:id="rId41"/>
            </p:custDataLst>
          </p:nvPr>
        </p:nvSpPr>
        <p:spPr>
          <a:xfrm>
            <a:off x="10535783" y="2930404"/>
            <a:ext cx="15093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26" normalizeH="0" baseline="0" noProof="0">
                <a:ln>
                  <a:noFill/>
                </a:ln>
                <a:solidFill>
                  <a:prstClr val="white"/>
                </a:solidFill>
                <a:effectLst/>
                <a:uLnTx/>
                <a:uFillTx/>
                <a:latin typeface="Calibri" panose="020F0502020204030204" pitchFamily="34" charset="0"/>
                <a:ea typeface="+mn-ea"/>
                <a:cs typeface="+mn-cs"/>
              </a:rPr>
              <a:t>23</a:t>
            </a:r>
          </a:p>
        </p:txBody>
      </p:sp>
      <p:sp>
        <p:nvSpPr>
          <p:cNvPr id="934" name="OTLSHAPE_M_8cc1ba62bc92479399f399f1daac8d07_Title">
            <a:extLst>
              <a:ext uri="{FF2B5EF4-FFF2-40B4-BE49-F238E27FC236}">
                <a16:creationId xmlns:a16="http://schemas.microsoft.com/office/drawing/2014/main" id="{26C546A6-C58E-4EB1-9BD1-E1A27C6556C3}"/>
              </a:ext>
            </a:extLst>
          </p:cNvPr>
          <p:cNvSpPr txBox="1"/>
          <p:nvPr>
            <p:custDataLst>
              <p:tags r:id="rId42"/>
            </p:custDataLst>
          </p:nvPr>
        </p:nvSpPr>
        <p:spPr>
          <a:xfrm>
            <a:off x="1948018" y="2278789"/>
            <a:ext cx="711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dirty="0">
                <a:ln>
                  <a:noFill/>
                </a:ln>
                <a:solidFill>
                  <a:prstClr val="black"/>
                </a:solidFill>
                <a:effectLst/>
                <a:uLnTx/>
                <a:uFillTx/>
                <a:latin typeface="Calibri" panose="020F0502020204030204" pitchFamily="34" charset="0"/>
                <a:ea typeface="+mn-ea"/>
                <a:cs typeface="+mn-cs"/>
              </a:rPr>
              <a:t>Dev S1 Start</a:t>
            </a:r>
          </a:p>
        </p:txBody>
      </p:sp>
      <p:sp>
        <p:nvSpPr>
          <p:cNvPr id="935" name="OTLSHAPE_M_8cc1ba62bc92479399f399f1daac8d07_Date">
            <a:extLst>
              <a:ext uri="{FF2B5EF4-FFF2-40B4-BE49-F238E27FC236}">
                <a16:creationId xmlns:a16="http://schemas.microsoft.com/office/drawing/2014/main" id="{6CF1CFBD-50B5-4C66-9F46-F3924ABEBDB7}"/>
              </a:ext>
            </a:extLst>
          </p:cNvPr>
          <p:cNvSpPr txBox="1"/>
          <p:nvPr>
            <p:custDataLst>
              <p:tags r:id="rId43"/>
            </p:custDataLst>
          </p:nvPr>
        </p:nvSpPr>
        <p:spPr>
          <a:xfrm>
            <a:off x="1948018" y="2462007"/>
            <a:ext cx="4953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dirty="0">
                <a:ln>
                  <a:noFill/>
                </a:ln>
                <a:solidFill>
                  <a:srgbClr val="1F497E"/>
                </a:solidFill>
                <a:effectLst/>
                <a:uLnTx/>
                <a:uFillTx/>
                <a:latin typeface="Calibri" panose="020F0502020204030204" pitchFamily="34" charset="0"/>
                <a:ea typeface="+mn-ea"/>
                <a:cs typeface="+mn-cs"/>
              </a:rPr>
              <a:t>1/3/2019</a:t>
            </a:r>
          </a:p>
        </p:txBody>
      </p:sp>
      <p:sp>
        <p:nvSpPr>
          <p:cNvPr id="936" name="OTLSHAPE_M_8cc1ba62bc92479399f399f1daac8d07_Shape">
            <a:extLst>
              <a:ext uri="{FF2B5EF4-FFF2-40B4-BE49-F238E27FC236}">
                <a16:creationId xmlns:a16="http://schemas.microsoft.com/office/drawing/2014/main" id="{8C3CD16C-179F-4846-AF1F-6B146554DCF8}"/>
              </a:ext>
            </a:extLst>
          </p:cNvPr>
          <p:cNvSpPr/>
          <p:nvPr>
            <p:custDataLst>
              <p:tags r:id="rId44"/>
            </p:custDataLst>
          </p:nvPr>
        </p:nvSpPr>
        <p:spPr>
          <a:xfrm rot="16200000">
            <a:off x="1751168" y="2390760"/>
            <a:ext cx="165100" cy="165100"/>
          </a:xfrm>
          <a:prstGeom prst="flowChartMerge">
            <a:avLst/>
          </a:prstGeom>
          <a:solidFill>
            <a:srgbClr val="002060"/>
          </a:solidFill>
          <a:ln w="12700" cap="flat" cmpd="sng" algn="ctr">
            <a:solidFill>
              <a:srgbClr val="002060"/>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37" name="OTLSHAPE_M_577264f3142f4c758f71b98af5463a32_Title">
            <a:extLst>
              <a:ext uri="{FF2B5EF4-FFF2-40B4-BE49-F238E27FC236}">
                <a16:creationId xmlns:a16="http://schemas.microsoft.com/office/drawing/2014/main" id="{F0BC968B-791C-4301-B5BE-098B1D751E1D}"/>
              </a:ext>
            </a:extLst>
          </p:cNvPr>
          <p:cNvSpPr txBox="1"/>
          <p:nvPr>
            <p:custDataLst>
              <p:tags r:id="rId45"/>
            </p:custDataLst>
          </p:nvPr>
        </p:nvSpPr>
        <p:spPr>
          <a:xfrm>
            <a:off x="7637183" y="2278789"/>
            <a:ext cx="647700" cy="170519"/>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Dev S1 End</a:t>
            </a:r>
          </a:p>
        </p:txBody>
      </p:sp>
      <p:sp>
        <p:nvSpPr>
          <p:cNvPr id="938" name="OTLSHAPE_M_577264f3142f4c758f71b98af5463a32_Date">
            <a:extLst>
              <a:ext uri="{FF2B5EF4-FFF2-40B4-BE49-F238E27FC236}">
                <a16:creationId xmlns:a16="http://schemas.microsoft.com/office/drawing/2014/main" id="{4DFDEA32-84F1-49E8-902F-7C373905EF56}"/>
              </a:ext>
            </a:extLst>
          </p:cNvPr>
          <p:cNvSpPr txBox="1"/>
          <p:nvPr>
            <p:custDataLst>
              <p:tags r:id="rId46"/>
            </p:custDataLst>
          </p:nvPr>
        </p:nvSpPr>
        <p:spPr>
          <a:xfrm>
            <a:off x="7637183" y="2462007"/>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1/16/2019</a:t>
            </a:r>
          </a:p>
        </p:txBody>
      </p:sp>
      <p:sp>
        <p:nvSpPr>
          <p:cNvPr id="939" name="OTLSHAPE_M_577264f3142f4c758f71b98af5463a32_Shape">
            <a:extLst>
              <a:ext uri="{FF2B5EF4-FFF2-40B4-BE49-F238E27FC236}">
                <a16:creationId xmlns:a16="http://schemas.microsoft.com/office/drawing/2014/main" id="{09F5E982-16A5-4C51-A6ED-B4CA9DB4974D}"/>
              </a:ext>
            </a:extLst>
          </p:cNvPr>
          <p:cNvSpPr/>
          <p:nvPr>
            <p:custDataLst>
              <p:tags r:id="rId47"/>
            </p:custDataLst>
          </p:nvPr>
        </p:nvSpPr>
        <p:spPr>
          <a:xfrm rot="16200000">
            <a:off x="7440333" y="2390760"/>
            <a:ext cx="165100" cy="165100"/>
          </a:xfrm>
          <a:prstGeom prst="flowChartMerge">
            <a:avLst/>
          </a:prstGeom>
          <a:solidFill>
            <a:srgbClr val="002060"/>
          </a:solidFill>
          <a:ln w="12700" cap="flat" cmpd="sng" algn="ctr">
            <a:solidFill>
              <a:srgbClr val="002060"/>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40" name="OTLSHAPE_M_051a32e4ff0e47229380669de64fe5ab_Title">
            <a:extLst>
              <a:ext uri="{FF2B5EF4-FFF2-40B4-BE49-F238E27FC236}">
                <a16:creationId xmlns:a16="http://schemas.microsoft.com/office/drawing/2014/main" id="{F3806ABB-9E70-427A-98E4-D35A25A4772A}"/>
              </a:ext>
            </a:extLst>
          </p:cNvPr>
          <p:cNvSpPr txBox="1"/>
          <p:nvPr>
            <p:custDataLst>
              <p:tags r:id="rId48"/>
            </p:custDataLst>
          </p:nvPr>
        </p:nvSpPr>
        <p:spPr>
          <a:xfrm>
            <a:off x="5011414" y="2278789"/>
            <a:ext cx="711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Doc S1 Start</a:t>
            </a:r>
          </a:p>
        </p:txBody>
      </p:sp>
      <p:sp>
        <p:nvSpPr>
          <p:cNvPr id="941" name="OTLSHAPE_M_051a32e4ff0e47229380669de64fe5ab_Date">
            <a:extLst>
              <a:ext uri="{FF2B5EF4-FFF2-40B4-BE49-F238E27FC236}">
                <a16:creationId xmlns:a16="http://schemas.microsoft.com/office/drawing/2014/main" id="{23637680-43D4-4F85-A904-93B21F79EC5B}"/>
              </a:ext>
            </a:extLst>
          </p:cNvPr>
          <p:cNvSpPr txBox="1"/>
          <p:nvPr>
            <p:custDataLst>
              <p:tags r:id="rId49"/>
            </p:custDataLst>
          </p:nvPr>
        </p:nvSpPr>
        <p:spPr>
          <a:xfrm>
            <a:off x="5011414" y="2462007"/>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1/10/2019</a:t>
            </a:r>
          </a:p>
        </p:txBody>
      </p:sp>
      <p:sp>
        <p:nvSpPr>
          <p:cNvPr id="942" name="OTLSHAPE_M_051a32e4ff0e47229380669de64fe5ab_Shape">
            <a:extLst>
              <a:ext uri="{FF2B5EF4-FFF2-40B4-BE49-F238E27FC236}">
                <a16:creationId xmlns:a16="http://schemas.microsoft.com/office/drawing/2014/main" id="{42972109-B538-4B23-A325-AC87C27B3819}"/>
              </a:ext>
            </a:extLst>
          </p:cNvPr>
          <p:cNvSpPr/>
          <p:nvPr>
            <p:custDataLst>
              <p:tags r:id="rId50"/>
            </p:custDataLst>
          </p:nvPr>
        </p:nvSpPr>
        <p:spPr>
          <a:xfrm rot="16200000">
            <a:off x="4814564" y="2390760"/>
            <a:ext cx="165100" cy="165100"/>
          </a:xfrm>
          <a:prstGeom prst="flowChartMerge">
            <a:avLst/>
          </a:prstGeom>
          <a:solidFill>
            <a:srgbClr val="578637"/>
          </a:solidFill>
          <a:ln w="12700" cap="flat" cmpd="sng" algn="ctr">
            <a:solidFill>
              <a:srgbClr val="578637"/>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43" name="OTLSHAPE_M_dc74cfb5bb704b9b8203806a63d0af85_Title">
            <a:extLst>
              <a:ext uri="{FF2B5EF4-FFF2-40B4-BE49-F238E27FC236}">
                <a16:creationId xmlns:a16="http://schemas.microsoft.com/office/drawing/2014/main" id="{86D75B36-7BFA-40D6-8E0B-86EBE2384562}"/>
              </a:ext>
            </a:extLst>
          </p:cNvPr>
          <p:cNvSpPr txBox="1"/>
          <p:nvPr>
            <p:custDataLst>
              <p:tags r:id="rId51"/>
            </p:custDataLst>
          </p:nvPr>
        </p:nvSpPr>
        <p:spPr>
          <a:xfrm>
            <a:off x="10700579" y="2278789"/>
            <a:ext cx="647700" cy="170519"/>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Doc S1 End</a:t>
            </a:r>
          </a:p>
        </p:txBody>
      </p:sp>
      <p:sp>
        <p:nvSpPr>
          <p:cNvPr id="944" name="OTLSHAPE_M_dc74cfb5bb704b9b8203806a63d0af85_Date">
            <a:extLst>
              <a:ext uri="{FF2B5EF4-FFF2-40B4-BE49-F238E27FC236}">
                <a16:creationId xmlns:a16="http://schemas.microsoft.com/office/drawing/2014/main" id="{05723234-EC20-468A-AA3C-87F0B75A9362}"/>
              </a:ext>
            </a:extLst>
          </p:cNvPr>
          <p:cNvSpPr txBox="1"/>
          <p:nvPr>
            <p:custDataLst>
              <p:tags r:id="rId52"/>
            </p:custDataLst>
          </p:nvPr>
        </p:nvSpPr>
        <p:spPr>
          <a:xfrm>
            <a:off x="10700579" y="2462007"/>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1/23/2019</a:t>
            </a:r>
          </a:p>
        </p:txBody>
      </p:sp>
      <p:sp>
        <p:nvSpPr>
          <p:cNvPr id="945" name="OTLSHAPE_M_dc74cfb5bb704b9b8203806a63d0af85_Shape">
            <a:extLst>
              <a:ext uri="{FF2B5EF4-FFF2-40B4-BE49-F238E27FC236}">
                <a16:creationId xmlns:a16="http://schemas.microsoft.com/office/drawing/2014/main" id="{EA6B7E3A-6814-4B78-8EB2-808F285912CF}"/>
              </a:ext>
            </a:extLst>
          </p:cNvPr>
          <p:cNvSpPr/>
          <p:nvPr>
            <p:custDataLst>
              <p:tags r:id="rId53"/>
            </p:custDataLst>
          </p:nvPr>
        </p:nvSpPr>
        <p:spPr>
          <a:xfrm rot="16200000">
            <a:off x="10503729" y="2390760"/>
            <a:ext cx="165100" cy="165100"/>
          </a:xfrm>
          <a:prstGeom prst="flowChartMerge">
            <a:avLst/>
          </a:prstGeom>
          <a:solidFill>
            <a:srgbClr val="578637"/>
          </a:solidFill>
          <a:ln w="12700" cap="flat" cmpd="sng" algn="ctr">
            <a:solidFill>
              <a:srgbClr val="578637"/>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46" name="OTLSHAPE_M_9f860f8d65ee4aac85039f30c2ffcf33_Title">
            <a:extLst>
              <a:ext uri="{FF2B5EF4-FFF2-40B4-BE49-F238E27FC236}">
                <a16:creationId xmlns:a16="http://schemas.microsoft.com/office/drawing/2014/main" id="{68373507-A164-42B0-85AE-2A6C20D0A78A}"/>
              </a:ext>
            </a:extLst>
          </p:cNvPr>
          <p:cNvSpPr txBox="1"/>
          <p:nvPr>
            <p:custDataLst>
              <p:tags r:id="rId54"/>
            </p:custDataLst>
          </p:nvPr>
        </p:nvSpPr>
        <p:spPr>
          <a:xfrm>
            <a:off x="1510389" y="1826245"/>
            <a:ext cx="8128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Walkthroughs</a:t>
            </a:r>
          </a:p>
        </p:txBody>
      </p:sp>
      <p:sp>
        <p:nvSpPr>
          <p:cNvPr id="947" name="OTLSHAPE_M_9f860f8d65ee4aac85039f30c2ffcf33_Date">
            <a:extLst>
              <a:ext uri="{FF2B5EF4-FFF2-40B4-BE49-F238E27FC236}">
                <a16:creationId xmlns:a16="http://schemas.microsoft.com/office/drawing/2014/main" id="{9C2493C3-4FD9-4FA7-8182-30DAC4CF06B3}"/>
              </a:ext>
            </a:extLst>
          </p:cNvPr>
          <p:cNvSpPr txBox="1"/>
          <p:nvPr>
            <p:custDataLst>
              <p:tags r:id="rId55"/>
            </p:custDataLst>
          </p:nvPr>
        </p:nvSpPr>
        <p:spPr>
          <a:xfrm>
            <a:off x="1510389" y="2009464"/>
            <a:ext cx="4953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1/2/2019</a:t>
            </a:r>
          </a:p>
        </p:txBody>
      </p:sp>
      <p:sp>
        <p:nvSpPr>
          <p:cNvPr id="948" name="OTLSHAPE_M_9f860f8d65ee4aac85039f30c2ffcf33_Shape">
            <a:extLst>
              <a:ext uri="{FF2B5EF4-FFF2-40B4-BE49-F238E27FC236}">
                <a16:creationId xmlns:a16="http://schemas.microsoft.com/office/drawing/2014/main" id="{478ADC53-F1DE-4715-BA86-B0436C7083DC}"/>
              </a:ext>
            </a:extLst>
          </p:cNvPr>
          <p:cNvSpPr/>
          <p:nvPr>
            <p:custDataLst>
              <p:tags r:id="rId56"/>
            </p:custDataLst>
          </p:nvPr>
        </p:nvSpPr>
        <p:spPr>
          <a:xfrm rot="16200000">
            <a:off x="1313539" y="1938217"/>
            <a:ext cx="165100" cy="165100"/>
          </a:xfrm>
          <a:prstGeom prst="flowChartMerge">
            <a:avLst/>
          </a:prstGeom>
          <a:solidFill>
            <a:srgbClr val="FF0000"/>
          </a:solidFill>
          <a:ln w="12700" cap="flat" cmpd="sng" algn="ctr">
            <a:solidFill>
              <a:srgbClr val="FF0000"/>
            </a:solidFill>
            <a:prstDash val="solid"/>
            <a:miter lim="800000"/>
            <a:headEnd type="none" w="med" len="med"/>
            <a:tailEnd type="none" w="med" len="med"/>
          </a:ln>
          <a:effectLst/>
          <a:scene3d>
            <a:camera prst="orthographicFront"/>
            <a:lightRig rig="threePt" dir="t"/>
          </a:scene3d>
          <a:sp3d>
            <a:bevelT h="12700"/>
          </a:sp3d>
          <a:extLs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49" name="OTLSHAPE_M_494d9fbaf87e45088c1b59ca8ba4650b_Title">
            <a:extLst>
              <a:ext uri="{FF2B5EF4-FFF2-40B4-BE49-F238E27FC236}">
                <a16:creationId xmlns:a16="http://schemas.microsoft.com/office/drawing/2014/main" id="{1747EBB3-2C70-45D7-B80C-05B7BB00AF1E}"/>
              </a:ext>
            </a:extLst>
          </p:cNvPr>
          <p:cNvSpPr txBox="1"/>
          <p:nvPr>
            <p:custDataLst>
              <p:tags r:id="rId57"/>
            </p:custDataLst>
          </p:nvPr>
        </p:nvSpPr>
        <p:spPr>
          <a:xfrm>
            <a:off x="7637183" y="1826245"/>
            <a:ext cx="406400" cy="170519"/>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Demos</a:t>
            </a:r>
          </a:p>
        </p:txBody>
      </p:sp>
      <p:sp>
        <p:nvSpPr>
          <p:cNvPr id="950" name="OTLSHAPE_M_494d9fbaf87e45088c1b59ca8ba4650b_Date">
            <a:extLst>
              <a:ext uri="{FF2B5EF4-FFF2-40B4-BE49-F238E27FC236}">
                <a16:creationId xmlns:a16="http://schemas.microsoft.com/office/drawing/2014/main" id="{5489EC80-392D-46F9-983A-6180A94D7EFA}"/>
              </a:ext>
            </a:extLst>
          </p:cNvPr>
          <p:cNvSpPr txBox="1"/>
          <p:nvPr>
            <p:custDataLst>
              <p:tags r:id="rId58"/>
            </p:custDataLst>
          </p:nvPr>
        </p:nvSpPr>
        <p:spPr>
          <a:xfrm>
            <a:off x="7637183" y="2009464"/>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1/16/2019</a:t>
            </a:r>
          </a:p>
        </p:txBody>
      </p:sp>
      <p:sp>
        <p:nvSpPr>
          <p:cNvPr id="951" name="OTLSHAPE_M_494d9fbaf87e45088c1b59ca8ba4650b_Shape">
            <a:extLst>
              <a:ext uri="{FF2B5EF4-FFF2-40B4-BE49-F238E27FC236}">
                <a16:creationId xmlns:a16="http://schemas.microsoft.com/office/drawing/2014/main" id="{2D8446E7-9F1E-47F1-B192-989A6042D947}"/>
              </a:ext>
            </a:extLst>
          </p:cNvPr>
          <p:cNvSpPr/>
          <p:nvPr>
            <p:custDataLst>
              <p:tags r:id="rId59"/>
            </p:custDataLst>
          </p:nvPr>
        </p:nvSpPr>
        <p:spPr>
          <a:xfrm rot="16200000">
            <a:off x="7440333" y="1938217"/>
            <a:ext cx="165100" cy="165100"/>
          </a:xfrm>
          <a:prstGeom prst="flowChartMerge">
            <a:avLst/>
          </a:prstGeom>
          <a:solidFill>
            <a:srgbClr val="FF0000"/>
          </a:solidFill>
          <a:ln w="12700" cap="flat" cmpd="sng" algn="ctr">
            <a:solidFill>
              <a:srgbClr val="FF0000"/>
            </a:solidFill>
            <a:prstDash val="solid"/>
            <a:miter lim="800000"/>
            <a:headEnd type="none" w="med" len="med"/>
            <a:tailEnd type="none" w="med" len="med"/>
          </a:ln>
          <a:effectLst/>
          <a:scene3d>
            <a:camera prst="orthographicFront"/>
            <a:lightRig rig="threePt" dir="t"/>
          </a:scene3d>
          <a:sp3d>
            <a:bevelT h="12700"/>
          </a:sp3d>
          <a:extLs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2" name="OTLSHAPE_M_59b5ac8298c14cca9e65190bf60d5d05_Title">
            <a:extLst>
              <a:ext uri="{FF2B5EF4-FFF2-40B4-BE49-F238E27FC236}">
                <a16:creationId xmlns:a16="http://schemas.microsoft.com/office/drawing/2014/main" id="{12FF45F0-C00C-4E23-A0FF-A349163264CE}"/>
              </a:ext>
            </a:extLst>
          </p:cNvPr>
          <p:cNvSpPr txBox="1"/>
          <p:nvPr>
            <p:custDataLst>
              <p:tags r:id="rId60"/>
            </p:custDataLst>
          </p:nvPr>
        </p:nvSpPr>
        <p:spPr>
          <a:xfrm>
            <a:off x="11575835" y="1937751"/>
            <a:ext cx="594813" cy="51155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Doc Handover S1</a:t>
            </a:r>
          </a:p>
        </p:txBody>
      </p:sp>
      <p:sp>
        <p:nvSpPr>
          <p:cNvPr id="953" name="OTLSHAPE_M_59b5ac8298c14cca9e65190bf60d5d05_Date">
            <a:extLst>
              <a:ext uri="{FF2B5EF4-FFF2-40B4-BE49-F238E27FC236}">
                <a16:creationId xmlns:a16="http://schemas.microsoft.com/office/drawing/2014/main" id="{C66920A1-11DB-419B-AF78-B0599B2B70F1}"/>
              </a:ext>
            </a:extLst>
          </p:cNvPr>
          <p:cNvSpPr txBox="1"/>
          <p:nvPr>
            <p:custDataLst>
              <p:tags r:id="rId61"/>
            </p:custDataLst>
          </p:nvPr>
        </p:nvSpPr>
        <p:spPr>
          <a:xfrm>
            <a:off x="11575836" y="2462007"/>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1/25/2019</a:t>
            </a:r>
          </a:p>
        </p:txBody>
      </p:sp>
      <p:sp>
        <p:nvSpPr>
          <p:cNvPr id="954" name="OTLSHAPE_M_59b5ac8298c14cca9e65190bf60d5d05_Shape">
            <a:extLst>
              <a:ext uri="{FF2B5EF4-FFF2-40B4-BE49-F238E27FC236}">
                <a16:creationId xmlns:a16="http://schemas.microsoft.com/office/drawing/2014/main" id="{FEB8D212-9BF6-44AC-8550-73646200C83F}"/>
              </a:ext>
            </a:extLst>
          </p:cNvPr>
          <p:cNvSpPr/>
          <p:nvPr>
            <p:custDataLst>
              <p:tags r:id="rId62"/>
            </p:custDataLst>
          </p:nvPr>
        </p:nvSpPr>
        <p:spPr>
          <a:xfrm rot="16200000">
            <a:off x="11378986" y="2220241"/>
            <a:ext cx="165100" cy="165100"/>
          </a:xfrm>
          <a:prstGeom prst="flowChartMerge">
            <a:avLst/>
          </a:prstGeom>
          <a:solidFill>
            <a:schemeClr val="accent2"/>
          </a:solidFill>
          <a:ln w="1270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5" name="OTLSHAPE_T_5a184d61f5e2438db63ae5802af9b305_Shape">
            <a:extLst>
              <a:ext uri="{FF2B5EF4-FFF2-40B4-BE49-F238E27FC236}">
                <a16:creationId xmlns:a16="http://schemas.microsoft.com/office/drawing/2014/main" id="{4D459D50-EDED-4D68-BD3C-E0523D09E45A}"/>
              </a:ext>
            </a:extLst>
          </p:cNvPr>
          <p:cNvSpPr/>
          <p:nvPr>
            <p:custDataLst>
              <p:tags r:id="rId63"/>
            </p:custDataLst>
          </p:nvPr>
        </p:nvSpPr>
        <p:spPr>
          <a:xfrm>
            <a:off x="4709652" y="3682595"/>
            <a:ext cx="3585538" cy="230637"/>
          </a:xfrm>
          <a:prstGeom prst="rect">
            <a:avLst/>
          </a:prstGeom>
          <a:solidFill>
            <a:srgbClr val="FFC000"/>
          </a:solidFill>
          <a:ln w="12700" cap="flat" cmpd="sng" algn="ctr">
            <a:solidFill>
              <a:srgbClr val="FFC000"/>
            </a:solid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6" name="OTLSHAPE_T_5a184d61f5e2438db63ae5802af9b305_ShapePercentage" hidden="1">
            <a:extLst>
              <a:ext uri="{FF2B5EF4-FFF2-40B4-BE49-F238E27FC236}">
                <a16:creationId xmlns:a16="http://schemas.microsoft.com/office/drawing/2014/main" id="{1054019B-14D5-4922-9494-1C51CA102998}"/>
              </a:ext>
            </a:extLst>
          </p:cNvPr>
          <p:cNvSpPr/>
          <p:nvPr>
            <p:custDataLst>
              <p:tags r:id="rId64"/>
            </p:custDataLst>
          </p:nvPr>
        </p:nvSpPr>
        <p:spPr>
          <a:xfrm>
            <a:off x="4345490" y="57277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7" name="OTLSHAPE_T_5a184d61f5e2438db63ae5802af9b305_Duration" hidden="1">
            <a:extLst>
              <a:ext uri="{FF2B5EF4-FFF2-40B4-BE49-F238E27FC236}">
                <a16:creationId xmlns:a16="http://schemas.microsoft.com/office/drawing/2014/main" id="{5100FE17-4128-4955-8F85-7DBF90046AE6}"/>
              </a:ext>
            </a:extLst>
          </p:cNvPr>
          <p:cNvSpPr txBox="1"/>
          <p:nvPr>
            <p:custDataLst>
              <p:tags r:id="rId65"/>
            </p:custDataLst>
          </p:nvPr>
        </p:nvSpPr>
        <p:spPr>
          <a:xfrm>
            <a:off x="0" y="5727700"/>
            <a:ext cx="330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9 days</a:t>
            </a:r>
          </a:p>
        </p:txBody>
      </p:sp>
      <p:sp>
        <p:nvSpPr>
          <p:cNvPr id="958" name="OTLSHAPE_T_5a184d61f5e2438db63ae5802af9b305_TextPercentage" hidden="1">
            <a:extLst>
              <a:ext uri="{FF2B5EF4-FFF2-40B4-BE49-F238E27FC236}">
                <a16:creationId xmlns:a16="http://schemas.microsoft.com/office/drawing/2014/main" id="{9A905353-A79C-4356-A01B-1BF94226AD1F}"/>
              </a:ext>
            </a:extLst>
          </p:cNvPr>
          <p:cNvSpPr txBox="1"/>
          <p:nvPr>
            <p:custDataLst>
              <p:tags r:id="rId66"/>
            </p:custDataLst>
          </p:nvPr>
        </p:nvSpPr>
        <p:spPr>
          <a:xfrm>
            <a:off x="0" y="58827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59" name="OTLSHAPE_T_5a184d61f5e2438db63ae5802af9b305_StartDate" hidden="1">
            <a:extLst>
              <a:ext uri="{FF2B5EF4-FFF2-40B4-BE49-F238E27FC236}">
                <a16:creationId xmlns:a16="http://schemas.microsoft.com/office/drawing/2014/main" id="{E2FA60F1-CB09-4E98-BC12-66D8BC6710DA}"/>
              </a:ext>
            </a:extLst>
          </p:cNvPr>
          <p:cNvSpPr txBox="1"/>
          <p:nvPr>
            <p:custDataLst>
              <p:tags r:id="rId67"/>
            </p:custDataLst>
          </p:nvPr>
        </p:nvSpPr>
        <p:spPr>
          <a:xfrm>
            <a:off x="0" y="58827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60" name="OTLSHAPE_T_5a184d61f5e2438db63ae5802af9b305_EndDate" hidden="1">
            <a:extLst>
              <a:ext uri="{FF2B5EF4-FFF2-40B4-BE49-F238E27FC236}">
                <a16:creationId xmlns:a16="http://schemas.microsoft.com/office/drawing/2014/main" id="{A5240BA4-F4B9-466C-A168-D7FD63F12E7A}"/>
              </a:ext>
            </a:extLst>
          </p:cNvPr>
          <p:cNvSpPr txBox="1"/>
          <p:nvPr>
            <p:custDataLst>
              <p:tags r:id="rId68"/>
            </p:custDataLst>
          </p:nvPr>
        </p:nvSpPr>
        <p:spPr>
          <a:xfrm>
            <a:off x="0" y="58827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61" name="OTLSHAPE_T_5a184d61f5e2438db63ae5802af9b305_JoinedDate">
            <a:extLst>
              <a:ext uri="{FF2B5EF4-FFF2-40B4-BE49-F238E27FC236}">
                <a16:creationId xmlns:a16="http://schemas.microsoft.com/office/drawing/2014/main" id="{A14FC3CB-9DCE-4153-87BD-5A9EDDD9EC14}"/>
              </a:ext>
            </a:extLst>
          </p:cNvPr>
          <p:cNvSpPr txBox="1"/>
          <p:nvPr>
            <p:custDataLst>
              <p:tags r:id="rId69"/>
            </p:custDataLst>
          </p:nvPr>
        </p:nvSpPr>
        <p:spPr>
          <a:xfrm>
            <a:off x="8334639" y="3706684"/>
            <a:ext cx="12065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6" normalizeH="0" baseline="0" noProof="0">
                <a:ln>
                  <a:noFill/>
                </a:ln>
                <a:solidFill>
                  <a:srgbClr val="1F497E"/>
                </a:solidFill>
                <a:effectLst/>
                <a:uLnTx/>
                <a:uFillTx/>
                <a:latin typeface="Calibri" panose="020F0502020204030204" pitchFamily="34" charset="0"/>
                <a:ea typeface="+mn-ea"/>
                <a:cs typeface="+mn-cs"/>
              </a:rPr>
              <a:t>1/10/2019 - 1/18/2019</a:t>
            </a:r>
          </a:p>
        </p:txBody>
      </p:sp>
      <p:sp>
        <p:nvSpPr>
          <p:cNvPr id="962" name="OTLSHAPE_T_5a184d61f5e2438db63ae5802af9b305_Title">
            <a:extLst>
              <a:ext uri="{FF2B5EF4-FFF2-40B4-BE49-F238E27FC236}">
                <a16:creationId xmlns:a16="http://schemas.microsoft.com/office/drawing/2014/main" id="{458348D0-6138-4448-9070-2ACBB36A60CA}"/>
              </a:ext>
            </a:extLst>
          </p:cNvPr>
          <p:cNvSpPr txBox="1"/>
          <p:nvPr>
            <p:custDataLst>
              <p:tags r:id="rId70"/>
            </p:custDataLst>
          </p:nvPr>
        </p:nvSpPr>
        <p:spPr>
          <a:xfrm>
            <a:off x="855866" y="3689088"/>
            <a:ext cx="584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6" normalizeH="0" baseline="0" noProof="0" dirty="0">
                <a:ln>
                  <a:noFill/>
                </a:ln>
                <a:solidFill>
                  <a:prstClr val="black"/>
                </a:solidFill>
                <a:effectLst/>
                <a:uLnTx/>
                <a:uFillTx/>
                <a:latin typeface="Calibri" panose="020F0502020204030204" pitchFamily="34" charset="0"/>
                <a:ea typeface="+mn-ea"/>
                <a:cs typeface="+mn-cs"/>
              </a:rPr>
              <a:t>Authoring</a:t>
            </a:r>
          </a:p>
        </p:txBody>
      </p:sp>
      <p:sp>
        <p:nvSpPr>
          <p:cNvPr id="963" name="OTLSHAPE_T_0c43ef4a38ab46e5bbc576f52f3f63fc_Shape">
            <a:extLst>
              <a:ext uri="{FF2B5EF4-FFF2-40B4-BE49-F238E27FC236}">
                <a16:creationId xmlns:a16="http://schemas.microsoft.com/office/drawing/2014/main" id="{CB69C338-A8AC-4F86-9847-1DF91919098E}"/>
              </a:ext>
            </a:extLst>
          </p:cNvPr>
          <p:cNvSpPr/>
          <p:nvPr>
            <p:custDataLst>
              <p:tags r:id="rId71"/>
            </p:custDataLst>
          </p:nvPr>
        </p:nvSpPr>
        <p:spPr>
          <a:xfrm>
            <a:off x="3475055" y="3447860"/>
            <a:ext cx="635000" cy="208243"/>
          </a:xfrm>
          <a:prstGeom prst="rect">
            <a:avLst/>
          </a:prstGeom>
          <a:solidFill>
            <a:srgbClr val="FFC000"/>
          </a:solidFill>
          <a:ln w="12700" cap="flat" cmpd="sng" algn="ctr">
            <a:solidFill>
              <a:srgbClr val="FFC000"/>
            </a:solid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4" name="OTLSHAPE_T_0c43ef4a38ab46e5bbc576f52f3f63fc_ShapePercentage" hidden="1">
            <a:extLst>
              <a:ext uri="{FF2B5EF4-FFF2-40B4-BE49-F238E27FC236}">
                <a16:creationId xmlns:a16="http://schemas.microsoft.com/office/drawing/2014/main" id="{05134017-9354-4413-8DDC-B8683E4582B5}"/>
              </a:ext>
            </a:extLst>
          </p:cNvPr>
          <p:cNvSpPr/>
          <p:nvPr>
            <p:custDataLst>
              <p:tags r:id="rId72"/>
            </p:custDataLst>
          </p:nvPr>
        </p:nvSpPr>
        <p:spPr>
          <a:xfrm>
            <a:off x="3032606" y="59944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5" name="OTLSHAPE_T_0c43ef4a38ab46e5bbc576f52f3f63fc_Duration" hidden="1">
            <a:extLst>
              <a:ext uri="{FF2B5EF4-FFF2-40B4-BE49-F238E27FC236}">
                <a16:creationId xmlns:a16="http://schemas.microsoft.com/office/drawing/2014/main" id="{5C48BD60-4B52-48B3-B82E-A2388A98071F}"/>
              </a:ext>
            </a:extLst>
          </p:cNvPr>
          <p:cNvSpPr txBox="1"/>
          <p:nvPr>
            <p:custDataLst>
              <p:tags r:id="rId73"/>
            </p:custDataLst>
          </p:nvPr>
        </p:nvSpPr>
        <p:spPr>
          <a:xfrm>
            <a:off x="0" y="5994400"/>
            <a:ext cx="330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2 days</a:t>
            </a:r>
          </a:p>
        </p:txBody>
      </p:sp>
      <p:sp>
        <p:nvSpPr>
          <p:cNvPr id="966" name="OTLSHAPE_T_0c43ef4a38ab46e5bbc576f52f3f63fc_TextPercentage" hidden="1">
            <a:extLst>
              <a:ext uri="{FF2B5EF4-FFF2-40B4-BE49-F238E27FC236}">
                <a16:creationId xmlns:a16="http://schemas.microsoft.com/office/drawing/2014/main" id="{A5E2E07D-3CAF-491B-9AED-2C3B19BA8902}"/>
              </a:ext>
            </a:extLst>
          </p:cNvPr>
          <p:cNvSpPr txBox="1"/>
          <p:nvPr>
            <p:custDataLst>
              <p:tags r:id="rId74"/>
            </p:custDataLst>
          </p:nvPr>
        </p:nvSpPr>
        <p:spPr>
          <a:xfrm>
            <a:off x="0" y="61494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67" name="OTLSHAPE_T_0c43ef4a38ab46e5bbc576f52f3f63fc_StartDate" hidden="1">
            <a:extLst>
              <a:ext uri="{FF2B5EF4-FFF2-40B4-BE49-F238E27FC236}">
                <a16:creationId xmlns:a16="http://schemas.microsoft.com/office/drawing/2014/main" id="{6590AA63-DE81-475F-8613-A41513FFABAC}"/>
              </a:ext>
            </a:extLst>
          </p:cNvPr>
          <p:cNvSpPr txBox="1"/>
          <p:nvPr>
            <p:custDataLst>
              <p:tags r:id="rId75"/>
            </p:custDataLst>
          </p:nvPr>
        </p:nvSpPr>
        <p:spPr>
          <a:xfrm>
            <a:off x="0" y="61494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68" name="OTLSHAPE_T_0c43ef4a38ab46e5bbc576f52f3f63fc_EndDate" hidden="1">
            <a:extLst>
              <a:ext uri="{FF2B5EF4-FFF2-40B4-BE49-F238E27FC236}">
                <a16:creationId xmlns:a16="http://schemas.microsoft.com/office/drawing/2014/main" id="{94347F9B-B6F9-4319-854A-105302370188}"/>
              </a:ext>
            </a:extLst>
          </p:cNvPr>
          <p:cNvSpPr txBox="1"/>
          <p:nvPr>
            <p:custDataLst>
              <p:tags r:id="rId76"/>
            </p:custDataLst>
          </p:nvPr>
        </p:nvSpPr>
        <p:spPr>
          <a:xfrm>
            <a:off x="0" y="61494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69" name="OTLSHAPE_T_0c43ef4a38ab46e5bbc576f52f3f63fc_JoinedDate">
            <a:extLst>
              <a:ext uri="{FF2B5EF4-FFF2-40B4-BE49-F238E27FC236}">
                <a16:creationId xmlns:a16="http://schemas.microsoft.com/office/drawing/2014/main" id="{CD5927FC-7EBE-4DAC-A202-867C5DB03C18}"/>
              </a:ext>
            </a:extLst>
          </p:cNvPr>
          <p:cNvSpPr txBox="1"/>
          <p:nvPr>
            <p:custDataLst>
              <p:tags r:id="rId77"/>
            </p:custDataLst>
          </p:nvPr>
        </p:nvSpPr>
        <p:spPr>
          <a:xfrm>
            <a:off x="4172424" y="3471949"/>
            <a:ext cx="1066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6" normalizeH="0" baseline="0" noProof="0" dirty="0">
                <a:ln>
                  <a:noFill/>
                </a:ln>
                <a:solidFill>
                  <a:srgbClr val="1F497E"/>
                </a:solidFill>
                <a:effectLst/>
                <a:uLnTx/>
                <a:uFillTx/>
                <a:latin typeface="Calibri" panose="020F0502020204030204" pitchFamily="34" charset="0"/>
                <a:ea typeface="+mn-ea"/>
                <a:cs typeface="+mn-cs"/>
              </a:rPr>
              <a:t>1/7/2019 - 1/8/2019</a:t>
            </a:r>
          </a:p>
        </p:txBody>
      </p:sp>
      <p:sp>
        <p:nvSpPr>
          <p:cNvPr id="970" name="OTLSHAPE_T_0c43ef4a38ab46e5bbc576f52f3f63fc_Title">
            <a:extLst>
              <a:ext uri="{FF2B5EF4-FFF2-40B4-BE49-F238E27FC236}">
                <a16:creationId xmlns:a16="http://schemas.microsoft.com/office/drawing/2014/main" id="{D6241B99-2909-4CA0-9127-1AB2BD30F40C}"/>
              </a:ext>
            </a:extLst>
          </p:cNvPr>
          <p:cNvSpPr txBox="1"/>
          <p:nvPr>
            <p:custDataLst>
              <p:tags r:id="rId78"/>
            </p:custDataLst>
          </p:nvPr>
        </p:nvSpPr>
        <p:spPr>
          <a:xfrm>
            <a:off x="855869" y="3454353"/>
            <a:ext cx="635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prstClr val="black"/>
                </a:solidFill>
                <a:effectLst/>
                <a:uLnTx/>
                <a:uFillTx/>
                <a:latin typeface="Calibri" panose="020F0502020204030204" pitchFamily="34" charset="0"/>
                <a:ea typeface="+mn-ea"/>
                <a:cs typeface="+mn-cs"/>
              </a:rPr>
              <a:t>Reverse KT</a:t>
            </a:r>
          </a:p>
        </p:txBody>
      </p:sp>
      <p:sp>
        <p:nvSpPr>
          <p:cNvPr id="971" name="OTLSHAPE_T_7f025863b5434f9ca6f083d56cac4820_Shape">
            <a:extLst>
              <a:ext uri="{FF2B5EF4-FFF2-40B4-BE49-F238E27FC236}">
                <a16:creationId xmlns:a16="http://schemas.microsoft.com/office/drawing/2014/main" id="{FCDE3518-4A66-4C4C-8D9F-28D5AAA60CE6}"/>
              </a:ext>
            </a:extLst>
          </p:cNvPr>
          <p:cNvSpPr/>
          <p:nvPr>
            <p:custDataLst>
              <p:tags r:id="rId79"/>
            </p:custDataLst>
          </p:nvPr>
        </p:nvSpPr>
        <p:spPr>
          <a:xfrm>
            <a:off x="5220740" y="3950531"/>
            <a:ext cx="3067577" cy="209769"/>
          </a:xfrm>
          <a:prstGeom prst="rect">
            <a:avLst/>
          </a:prstGeom>
          <a:solidFill>
            <a:srgbClr val="FFC000"/>
          </a:solidFill>
          <a:ln w="12700" cap="flat" cmpd="sng" algn="ctr">
            <a:solidFill>
              <a:srgbClr val="FFC000"/>
            </a:solid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72" name="OTLSHAPE_T_7f025863b5434f9ca6f083d56cac4820_ShapePercentage" hidden="1">
            <a:extLst>
              <a:ext uri="{FF2B5EF4-FFF2-40B4-BE49-F238E27FC236}">
                <a16:creationId xmlns:a16="http://schemas.microsoft.com/office/drawing/2014/main" id="{9C806488-6BD3-4E5A-A2E6-6F83271C889E}"/>
              </a:ext>
            </a:extLst>
          </p:cNvPr>
          <p:cNvSpPr/>
          <p:nvPr>
            <p:custDataLst>
              <p:tags r:id="rId80"/>
            </p:custDataLst>
          </p:nvPr>
        </p:nvSpPr>
        <p:spPr>
          <a:xfrm>
            <a:off x="4783118" y="62611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73" name="OTLSHAPE_T_7f025863b5434f9ca6f083d56cac4820_Duration" hidden="1">
            <a:extLst>
              <a:ext uri="{FF2B5EF4-FFF2-40B4-BE49-F238E27FC236}">
                <a16:creationId xmlns:a16="http://schemas.microsoft.com/office/drawing/2014/main" id="{30B106C2-A911-4178-BAF6-A3A9D84BC6D4}"/>
              </a:ext>
            </a:extLst>
          </p:cNvPr>
          <p:cNvSpPr txBox="1"/>
          <p:nvPr>
            <p:custDataLst>
              <p:tags r:id="rId81"/>
            </p:custDataLst>
          </p:nvPr>
        </p:nvSpPr>
        <p:spPr>
          <a:xfrm>
            <a:off x="0" y="6261100"/>
            <a:ext cx="330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8 days</a:t>
            </a:r>
          </a:p>
        </p:txBody>
      </p:sp>
      <p:sp>
        <p:nvSpPr>
          <p:cNvPr id="974" name="OTLSHAPE_T_7f025863b5434f9ca6f083d56cac4820_TextPercentage" hidden="1">
            <a:extLst>
              <a:ext uri="{FF2B5EF4-FFF2-40B4-BE49-F238E27FC236}">
                <a16:creationId xmlns:a16="http://schemas.microsoft.com/office/drawing/2014/main" id="{E5E159A0-41D6-4DA3-B652-DA888D03B44E}"/>
              </a:ext>
            </a:extLst>
          </p:cNvPr>
          <p:cNvSpPr txBox="1"/>
          <p:nvPr>
            <p:custDataLst>
              <p:tags r:id="rId82"/>
            </p:custDataLst>
          </p:nvPr>
        </p:nvSpPr>
        <p:spPr>
          <a:xfrm>
            <a:off x="0" y="64161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75" name="OTLSHAPE_T_7f025863b5434f9ca6f083d56cac4820_StartDate" hidden="1">
            <a:extLst>
              <a:ext uri="{FF2B5EF4-FFF2-40B4-BE49-F238E27FC236}">
                <a16:creationId xmlns:a16="http://schemas.microsoft.com/office/drawing/2014/main" id="{6080CBF8-A293-49D0-9DA2-65CCC7DFE84B}"/>
              </a:ext>
            </a:extLst>
          </p:cNvPr>
          <p:cNvSpPr txBox="1"/>
          <p:nvPr>
            <p:custDataLst>
              <p:tags r:id="rId83"/>
            </p:custDataLst>
          </p:nvPr>
        </p:nvSpPr>
        <p:spPr>
          <a:xfrm>
            <a:off x="0" y="64161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76" name="OTLSHAPE_T_7f025863b5434f9ca6f083d56cac4820_EndDate" hidden="1">
            <a:extLst>
              <a:ext uri="{FF2B5EF4-FFF2-40B4-BE49-F238E27FC236}">
                <a16:creationId xmlns:a16="http://schemas.microsoft.com/office/drawing/2014/main" id="{5C7792D7-7C94-4BEB-80DD-02FD26E0B29A}"/>
              </a:ext>
            </a:extLst>
          </p:cNvPr>
          <p:cNvSpPr txBox="1"/>
          <p:nvPr>
            <p:custDataLst>
              <p:tags r:id="rId84"/>
            </p:custDataLst>
          </p:nvPr>
        </p:nvSpPr>
        <p:spPr>
          <a:xfrm>
            <a:off x="0" y="64161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77" name="OTLSHAPE_T_7f025863b5434f9ca6f083d56cac4820_JoinedDate">
            <a:extLst>
              <a:ext uri="{FF2B5EF4-FFF2-40B4-BE49-F238E27FC236}">
                <a16:creationId xmlns:a16="http://schemas.microsoft.com/office/drawing/2014/main" id="{D076A6AF-0951-439D-9BE0-22AD4B8FD74E}"/>
              </a:ext>
            </a:extLst>
          </p:cNvPr>
          <p:cNvSpPr txBox="1"/>
          <p:nvPr>
            <p:custDataLst>
              <p:tags r:id="rId85"/>
            </p:custDataLst>
          </p:nvPr>
        </p:nvSpPr>
        <p:spPr>
          <a:xfrm>
            <a:off x="8334639" y="3974620"/>
            <a:ext cx="12065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6" normalizeH="0" baseline="0" noProof="0">
                <a:ln>
                  <a:noFill/>
                </a:ln>
                <a:solidFill>
                  <a:srgbClr val="1F497E"/>
                </a:solidFill>
                <a:effectLst/>
                <a:uLnTx/>
                <a:uFillTx/>
                <a:latin typeface="Calibri" panose="020F0502020204030204" pitchFamily="34" charset="0"/>
                <a:ea typeface="+mn-ea"/>
                <a:cs typeface="+mn-cs"/>
              </a:rPr>
              <a:t>1/11/2019 - 1/18/2019</a:t>
            </a:r>
          </a:p>
        </p:txBody>
      </p:sp>
      <p:sp>
        <p:nvSpPr>
          <p:cNvPr id="978" name="OTLSHAPE_T_7f025863b5434f9ca6f083d56cac4820_Title">
            <a:extLst>
              <a:ext uri="{FF2B5EF4-FFF2-40B4-BE49-F238E27FC236}">
                <a16:creationId xmlns:a16="http://schemas.microsoft.com/office/drawing/2014/main" id="{EF73826D-4815-4755-9BAE-2222164C2C74}"/>
              </a:ext>
            </a:extLst>
          </p:cNvPr>
          <p:cNvSpPr txBox="1"/>
          <p:nvPr>
            <p:custDataLst>
              <p:tags r:id="rId86"/>
            </p:custDataLst>
          </p:nvPr>
        </p:nvSpPr>
        <p:spPr>
          <a:xfrm>
            <a:off x="842618" y="3957024"/>
            <a:ext cx="723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prstClr val="black"/>
                </a:solidFill>
                <a:effectLst/>
                <a:uLnTx/>
                <a:uFillTx/>
                <a:latin typeface="Calibri" panose="020F0502020204030204" pitchFamily="34" charset="0"/>
                <a:ea typeface="+mn-ea"/>
                <a:cs typeface="+mn-cs"/>
              </a:rPr>
              <a:t>Peer Review</a:t>
            </a:r>
          </a:p>
        </p:txBody>
      </p:sp>
      <p:sp>
        <p:nvSpPr>
          <p:cNvPr id="979" name="OTLSHAPE_T_87ee498b9b024e72a9fd4bf0b93a907e_Shape">
            <a:extLst>
              <a:ext uri="{FF2B5EF4-FFF2-40B4-BE49-F238E27FC236}">
                <a16:creationId xmlns:a16="http://schemas.microsoft.com/office/drawing/2014/main" id="{F2FB4B58-5A99-4ADC-88B2-296A690A02B3}"/>
              </a:ext>
            </a:extLst>
          </p:cNvPr>
          <p:cNvSpPr/>
          <p:nvPr>
            <p:custDataLst>
              <p:tags r:id="rId87"/>
            </p:custDataLst>
          </p:nvPr>
        </p:nvSpPr>
        <p:spPr>
          <a:xfrm>
            <a:off x="6533625" y="4217231"/>
            <a:ext cx="3067578" cy="230605"/>
          </a:xfrm>
          <a:prstGeom prst="rect">
            <a:avLst/>
          </a:prstGeom>
          <a:solidFill>
            <a:srgbClr val="578637"/>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80" name="OTLSHAPE_T_87ee498b9b024e72a9fd4bf0b93a907e_ShapePercentage" hidden="1">
            <a:extLst>
              <a:ext uri="{FF2B5EF4-FFF2-40B4-BE49-F238E27FC236}">
                <a16:creationId xmlns:a16="http://schemas.microsoft.com/office/drawing/2014/main" id="{CCA45DC0-A6D7-4337-B65A-8AEE942B02E4}"/>
              </a:ext>
            </a:extLst>
          </p:cNvPr>
          <p:cNvSpPr/>
          <p:nvPr>
            <p:custDataLst>
              <p:tags r:id="rId88"/>
            </p:custDataLst>
          </p:nvPr>
        </p:nvSpPr>
        <p:spPr>
          <a:xfrm>
            <a:off x="6096003" y="65278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81" name="OTLSHAPE_T_87ee498b9b024e72a9fd4bf0b93a907e_Duration" hidden="1">
            <a:extLst>
              <a:ext uri="{FF2B5EF4-FFF2-40B4-BE49-F238E27FC236}">
                <a16:creationId xmlns:a16="http://schemas.microsoft.com/office/drawing/2014/main" id="{D1041315-3DD7-4B75-A374-43845281163C}"/>
              </a:ext>
            </a:extLst>
          </p:cNvPr>
          <p:cNvSpPr txBox="1"/>
          <p:nvPr>
            <p:custDataLst>
              <p:tags r:id="rId89"/>
            </p:custDataLst>
          </p:nvPr>
        </p:nvSpPr>
        <p:spPr>
          <a:xfrm>
            <a:off x="0" y="6527800"/>
            <a:ext cx="330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8 days</a:t>
            </a:r>
          </a:p>
        </p:txBody>
      </p:sp>
      <p:sp>
        <p:nvSpPr>
          <p:cNvPr id="982" name="OTLSHAPE_T_87ee498b9b024e72a9fd4bf0b93a907e_TextPercentage" hidden="1">
            <a:extLst>
              <a:ext uri="{FF2B5EF4-FFF2-40B4-BE49-F238E27FC236}">
                <a16:creationId xmlns:a16="http://schemas.microsoft.com/office/drawing/2014/main" id="{5ADD9F4F-A96F-4ECC-9CE7-56772AFB8FE7}"/>
              </a:ext>
            </a:extLst>
          </p:cNvPr>
          <p:cNvSpPr txBox="1"/>
          <p:nvPr>
            <p:custDataLst>
              <p:tags r:id="rId90"/>
            </p:custDataLst>
          </p:nvPr>
        </p:nvSpPr>
        <p:spPr>
          <a:xfrm>
            <a:off x="0" y="66828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83" name="OTLSHAPE_T_87ee498b9b024e72a9fd4bf0b93a907e_StartDate" hidden="1">
            <a:extLst>
              <a:ext uri="{FF2B5EF4-FFF2-40B4-BE49-F238E27FC236}">
                <a16:creationId xmlns:a16="http://schemas.microsoft.com/office/drawing/2014/main" id="{A0FDFE08-7C84-4565-8D37-F0478577A96F}"/>
              </a:ext>
            </a:extLst>
          </p:cNvPr>
          <p:cNvSpPr txBox="1"/>
          <p:nvPr>
            <p:custDataLst>
              <p:tags r:id="rId91"/>
            </p:custDataLst>
          </p:nvPr>
        </p:nvSpPr>
        <p:spPr>
          <a:xfrm>
            <a:off x="0" y="66828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84" name="OTLSHAPE_T_87ee498b9b024e72a9fd4bf0b93a907e_EndDate" hidden="1">
            <a:extLst>
              <a:ext uri="{FF2B5EF4-FFF2-40B4-BE49-F238E27FC236}">
                <a16:creationId xmlns:a16="http://schemas.microsoft.com/office/drawing/2014/main" id="{13138445-FCDA-4A60-A00F-E3EF48828A86}"/>
              </a:ext>
            </a:extLst>
          </p:cNvPr>
          <p:cNvSpPr txBox="1"/>
          <p:nvPr>
            <p:custDataLst>
              <p:tags r:id="rId92"/>
            </p:custDataLst>
          </p:nvPr>
        </p:nvSpPr>
        <p:spPr>
          <a:xfrm>
            <a:off x="0" y="66828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85" name="OTLSHAPE_T_87ee498b9b024e72a9fd4bf0b93a907e_JoinedDate">
            <a:extLst>
              <a:ext uri="{FF2B5EF4-FFF2-40B4-BE49-F238E27FC236}">
                <a16:creationId xmlns:a16="http://schemas.microsoft.com/office/drawing/2014/main" id="{77C71AEC-06A6-465E-A2D1-7FC09AA20AE7}"/>
              </a:ext>
            </a:extLst>
          </p:cNvPr>
          <p:cNvSpPr txBox="1"/>
          <p:nvPr>
            <p:custDataLst>
              <p:tags r:id="rId93"/>
            </p:custDataLst>
          </p:nvPr>
        </p:nvSpPr>
        <p:spPr>
          <a:xfrm>
            <a:off x="9647524" y="4241320"/>
            <a:ext cx="12065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6" normalizeH="0" baseline="0" noProof="0">
                <a:ln>
                  <a:noFill/>
                </a:ln>
                <a:solidFill>
                  <a:srgbClr val="1F497E"/>
                </a:solidFill>
                <a:effectLst/>
                <a:uLnTx/>
                <a:uFillTx/>
                <a:latin typeface="Calibri" panose="020F0502020204030204" pitchFamily="34" charset="0"/>
                <a:ea typeface="+mn-ea"/>
                <a:cs typeface="+mn-cs"/>
              </a:rPr>
              <a:t>1/14/2019 - 1/21/2019</a:t>
            </a:r>
          </a:p>
        </p:txBody>
      </p:sp>
      <p:sp>
        <p:nvSpPr>
          <p:cNvPr id="986" name="OTLSHAPE_T_87ee498b9b024e72a9fd4bf0b93a907e_Title">
            <a:extLst>
              <a:ext uri="{FF2B5EF4-FFF2-40B4-BE49-F238E27FC236}">
                <a16:creationId xmlns:a16="http://schemas.microsoft.com/office/drawing/2014/main" id="{EC72BC70-EB59-4654-87FE-BAF8BFAFD089}"/>
              </a:ext>
            </a:extLst>
          </p:cNvPr>
          <p:cNvSpPr txBox="1"/>
          <p:nvPr>
            <p:custDataLst>
              <p:tags r:id="rId94"/>
            </p:custDataLst>
          </p:nvPr>
        </p:nvSpPr>
        <p:spPr>
          <a:xfrm>
            <a:off x="842613" y="4223725"/>
            <a:ext cx="825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dirty="0">
                <a:ln>
                  <a:noFill/>
                </a:ln>
                <a:solidFill>
                  <a:prstClr val="black"/>
                </a:solidFill>
                <a:effectLst/>
                <a:uLnTx/>
                <a:uFillTx/>
                <a:latin typeface="Calibri" panose="020F0502020204030204" pitchFamily="34" charset="0"/>
                <a:ea typeface="+mn-ea"/>
                <a:cs typeface="+mn-cs"/>
              </a:rPr>
              <a:t>Scrum Review</a:t>
            </a:r>
          </a:p>
        </p:txBody>
      </p:sp>
      <p:sp>
        <p:nvSpPr>
          <p:cNvPr id="987" name="OTLSHAPE_T_3d5524b220ea4232b2aca4dceb1fd24f_Shape">
            <a:extLst>
              <a:ext uri="{FF2B5EF4-FFF2-40B4-BE49-F238E27FC236}">
                <a16:creationId xmlns:a16="http://schemas.microsoft.com/office/drawing/2014/main" id="{41B74F28-7BC0-4283-AAE1-2187C1DF311C}"/>
              </a:ext>
            </a:extLst>
          </p:cNvPr>
          <p:cNvSpPr/>
          <p:nvPr>
            <p:custDataLst>
              <p:tags r:id="rId95"/>
            </p:custDataLst>
          </p:nvPr>
        </p:nvSpPr>
        <p:spPr>
          <a:xfrm>
            <a:off x="9851025" y="4483932"/>
            <a:ext cx="622301" cy="170514"/>
          </a:xfrm>
          <a:prstGeom prst="rect">
            <a:avLst/>
          </a:prstGeom>
          <a:solidFill>
            <a:srgbClr val="578637"/>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88" name="OTLSHAPE_T_3d5524b220ea4232b2aca4dceb1fd24f_ShapePercentage" hidden="1">
            <a:extLst>
              <a:ext uri="{FF2B5EF4-FFF2-40B4-BE49-F238E27FC236}">
                <a16:creationId xmlns:a16="http://schemas.microsoft.com/office/drawing/2014/main" id="{803600AF-574D-4CA1-9CD4-4799AC18C554}"/>
              </a:ext>
            </a:extLst>
          </p:cNvPr>
          <p:cNvSpPr/>
          <p:nvPr>
            <p:custDataLst>
              <p:tags r:id="rId96"/>
            </p:custDataLst>
          </p:nvPr>
        </p:nvSpPr>
        <p:spPr>
          <a:xfrm>
            <a:off x="9597027" y="67945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89" name="OTLSHAPE_T_3d5524b220ea4232b2aca4dceb1fd24f_Duration" hidden="1">
            <a:extLst>
              <a:ext uri="{FF2B5EF4-FFF2-40B4-BE49-F238E27FC236}">
                <a16:creationId xmlns:a16="http://schemas.microsoft.com/office/drawing/2014/main" id="{10D39849-DFB2-4C8E-AAD2-031AF19B8F4D}"/>
              </a:ext>
            </a:extLst>
          </p:cNvPr>
          <p:cNvSpPr txBox="1"/>
          <p:nvPr>
            <p:custDataLst>
              <p:tags r:id="rId97"/>
            </p:custDataLst>
          </p:nvPr>
        </p:nvSpPr>
        <p:spPr>
          <a:xfrm>
            <a:off x="0" y="6794500"/>
            <a:ext cx="3302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2 days</a:t>
            </a:r>
          </a:p>
        </p:txBody>
      </p:sp>
      <p:sp>
        <p:nvSpPr>
          <p:cNvPr id="990" name="OTLSHAPE_T_3d5524b220ea4232b2aca4dceb1fd24f_TextPercentage" hidden="1">
            <a:extLst>
              <a:ext uri="{FF2B5EF4-FFF2-40B4-BE49-F238E27FC236}">
                <a16:creationId xmlns:a16="http://schemas.microsoft.com/office/drawing/2014/main" id="{C59F9ED7-337C-40E0-8377-A8F9081DE843}"/>
              </a:ext>
            </a:extLst>
          </p:cNvPr>
          <p:cNvSpPr txBox="1"/>
          <p:nvPr>
            <p:custDataLst>
              <p:tags r:id="rId98"/>
            </p:custDataLst>
          </p:nvPr>
        </p:nvSpPr>
        <p:spPr>
          <a:xfrm>
            <a:off x="0" y="69495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91" name="OTLSHAPE_T_3d5524b220ea4232b2aca4dceb1fd24f_StartDate" hidden="1">
            <a:extLst>
              <a:ext uri="{FF2B5EF4-FFF2-40B4-BE49-F238E27FC236}">
                <a16:creationId xmlns:a16="http://schemas.microsoft.com/office/drawing/2014/main" id="{3D0745DF-C485-455D-8C60-237DEA04078D}"/>
              </a:ext>
            </a:extLst>
          </p:cNvPr>
          <p:cNvSpPr txBox="1"/>
          <p:nvPr>
            <p:custDataLst>
              <p:tags r:id="rId99"/>
            </p:custDataLst>
          </p:nvPr>
        </p:nvSpPr>
        <p:spPr>
          <a:xfrm>
            <a:off x="0" y="69495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92" name="OTLSHAPE_T_3d5524b220ea4232b2aca4dceb1fd24f_EndDate" hidden="1">
            <a:extLst>
              <a:ext uri="{FF2B5EF4-FFF2-40B4-BE49-F238E27FC236}">
                <a16:creationId xmlns:a16="http://schemas.microsoft.com/office/drawing/2014/main" id="{095ACF42-515C-4742-B51E-A8BE87000AC6}"/>
              </a:ext>
            </a:extLst>
          </p:cNvPr>
          <p:cNvSpPr txBox="1"/>
          <p:nvPr>
            <p:custDataLst>
              <p:tags r:id="rId100"/>
            </p:custDataLst>
          </p:nvPr>
        </p:nvSpPr>
        <p:spPr>
          <a:xfrm>
            <a:off x="0" y="69495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993" name="OTLSHAPE_T_3d5524b220ea4232b2aca4dceb1fd24f_JoinedDate">
            <a:extLst>
              <a:ext uri="{FF2B5EF4-FFF2-40B4-BE49-F238E27FC236}">
                <a16:creationId xmlns:a16="http://schemas.microsoft.com/office/drawing/2014/main" id="{D600E10F-B5B8-4ADC-9742-B7F795BE19A9}"/>
              </a:ext>
            </a:extLst>
          </p:cNvPr>
          <p:cNvSpPr txBox="1"/>
          <p:nvPr>
            <p:custDataLst>
              <p:tags r:id="rId101"/>
            </p:custDataLst>
          </p:nvPr>
        </p:nvSpPr>
        <p:spPr>
          <a:xfrm>
            <a:off x="10522779" y="4508020"/>
            <a:ext cx="12065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6" normalizeH="0" baseline="0" noProof="0">
                <a:ln>
                  <a:noFill/>
                </a:ln>
                <a:solidFill>
                  <a:srgbClr val="1F497E"/>
                </a:solidFill>
                <a:effectLst/>
                <a:uLnTx/>
                <a:uFillTx/>
                <a:latin typeface="Calibri" panose="020F0502020204030204" pitchFamily="34" charset="0"/>
                <a:ea typeface="+mn-ea"/>
                <a:cs typeface="+mn-cs"/>
              </a:rPr>
              <a:t>1/22/2019 - 1/23/2019</a:t>
            </a:r>
          </a:p>
        </p:txBody>
      </p:sp>
      <p:sp>
        <p:nvSpPr>
          <p:cNvPr id="994" name="OTLSHAPE_T_3d5524b220ea4232b2aca4dceb1fd24f_Title">
            <a:extLst>
              <a:ext uri="{FF2B5EF4-FFF2-40B4-BE49-F238E27FC236}">
                <a16:creationId xmlns:a16="http://schemas.microsoft.com/office/drawing/2014/main" id="{0C2CC4DC-E764-4F4C-B7AE-363B01BF7844}"/>
              </a:ext>
            </a:extLst>
          </p:cNvPr>
          <p:cNvSpPr txBox="1"/>
          <p:nvPr>
            <p:custDataLst>
              <p:tags r:id="rId102"/>
            </p:custDataLst>
          </p:nvPr>
        </p:nvSpPr>
        <p:spPr>
          <a:xfrm>
            <a:off x="869123" y="4490425"/>
            <a:ext cx="6223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prstClr val="black"/>
                </a:solidFill>
                <a:effectLst/>
                <a:uLnTx/>
                <a:uFillTx/>
                <a:latin typeface="Calibri" panose="020F0502020204030204" pitchFamily="34" charset="0"/>
                <a:ea typeface="+mn-ea"/>
                <a:cs typeface="+mn-cs"/>
              </a:rPr>
              <a:t>PO Review</a:t>
            </a:r>
          </a:p>
        </p:txBody>
      </p:sp>
      <p:sp>
        <p:nvSpPr>
          <p:cNvPr id="995" name="OTLSHAPE_T_73a753fc3eb04cce8a74f5f2ee475fdf_Shape">
            <a:extLst>
              <a:ext uri="{FF2B5EF4-FFF2-40B4-BE49-F238E27FC236}">
                <a16:creationId xmlns:a16="http://schemas.microsoft.com/office/drawing/2014/main" id="{9B2ACD9D-85E5-4BD9-AD5A-5A2A64B0A622}"/>
              </a:ext>
            </a:extLst>
          </p:cNvPr>
          <p:cNvSpPr/>
          <p:nvPr>
            <p:custDataLst>
              <p:tags r:id="rId103"/>
            </p:custDataLst>
          </p:nvPr>
        </p:nvSpPr>
        <p:spPr>
          <a:xfrm>
            <a:off x="10909912" y="4750632"/>
            <a:ext cx="444500" cy="203200"/>
          </a:xfrm>
          <a:prstGeom prst="rect">
            <a:avLst/>
          </a:prstGeom>
          <a:solidFill>
            <a:srgbClr val="578637"/>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6" name="OTLSHAPE_T_73a753fc3eb04cce8a74f5f2ee475fdf_ShapePercentage" hidden="1">
            <a:extLst>
              <a:ext uri="{FF2B5EF4-FFF2-40B4-BE49-F238E27FC236}">
                <a16:creationId xmlns:a16="http://schemas.microsoft.com/office/drawing/2014/main" id="{05E7929D-8465-4170-A0A2-C495EEF97EEE}"/>
              </a:ext>
            </a:extLst>
          </p:cNvPr>
          <p:cNvSpPr/>
          <p:nvPr>
            <p:custDataLst>
              <p:tags r:id="rId104"/>
            </p:custDataLst>
          </p:nvPr>
        </p:nvSpPr>
        <p:spPr>
          <a:xfrm>
            <a:off x="10909912" y="706120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7" name="OTLSHAPE_T_73a753fc3eb04cce8a74f5f2ee475fdf_Duration" hidden="1">
            <a:extLst>
              <a:ext uri="{FF2B5EF4-FFF2-40B4-BE49-F238E27FC236}">
                <a16:creationId xmlns:a16="http://schemas.microsoft.com/office/drawing/2014/main" id="{B8096C34-8933-4219-9AF6-C8C1B980E52C}"/>
              </a:ext>
            </a:extLst>
          </p:cNvPr>
          <p:cNvSpPr txBox="1"/>
          <p:nvPr>
            <p:custDataLst>
              <p:tags r:id="rId105"/>
            </p:custDataLst>
          </p:nvPr>
        </p:nvSpPr>
        <p:spPr>
          <a:xfrm>
            <a:off x="0" y="7061200"/>
            <a:ext cx="279400" cy="1550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rPr>
              <a:t>1 day</a:t>
            </a:r>
          </a:p>
        </p:txBody>
      </p:sp>
      <p:sp>
        <p:nvSpPr>
          <p:cNvPr id="998" name="OTLSHAPE_T_73a753fc3eb04cce8a74f5f2ee475fdf_TextPercentage" hidden="1">
            <a:extLst>
              <a:ext uri="{FF2B5EF4-FFF2-40B4-BE49-F238E27FC236}">
                <a16:creationId xmlns:a16="http://schemas.microsoft.com/office/drawing/2014/main" id="{172161AD-A5A5-4ACE-9843-4B00CBC11BD5}"/>
              </a:ext>
            </a:extLst>
          </p:cNvPr>
          <p:cNvSpPr txBox="1"/>
          <p:nvPr>
            <p:custDataLst>
              <p:tags r:id="rId106"/>
            </p:custDataLst>
          </p:nvPr>
        </p:nvSpPr>
        <p:spPr>
          <a:xfrm>
            <a:off x="0" y="72162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999" name="OTLSHAPE_T_73a753fc3eb04cce8a74f5f2ee475fdf_StartDate" hidden="1">
            <a:extLst>
              <a:ext uri="{FF2B5EF4-FFF2-40B4-BE49-F238E27FC236}">
                <a16:creationId xmlns:a16="http://schemas.microsoft.com/office/drawing/2014/main" id="{D0485CCE-0CA4-452F-9C09-75670B6D6FC8}"/>
              </a:ext>
            </a:extLst>
          </p:cNvPr>
          <p:cNvSpPr txBox="1"/>
          <p:nvPr>
            <p:custDataLst>
              <p:tags r:id="rId107"/>
            </p:custDataLst>
          </p:nvPr>
        </p:nvSpPr>
        <p:spPr>
          <a:xfrm>
            <a:off x="0" y="72162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1000" name="OTLSHAPE_T_73a753fc3eb04cce8a74f5f2ee475fdf_EndDate" hidden="1">
            <a:extLst>
              <a:ext uri="{FF2B5EF4-FFF2-40B4-BE49-F238E27FC236}">
                <a16:creationId xmlns:a16="http://schemas.microsoft.com/office/drawing/2014/main" id="{9873B84B-1AC5-47DD-B864-E597264D87FC}"/>
              </a:ext>
            </a:extLst>
          </p:cNvPr>
          <p:cNvSpPr txBox="1"/>
          <p:nvPr>
            <p:custDataLst>
              <p:tags r:id="rId108"/>
            </p:custDataLst>
          </p:nvPr>
        </p:nvSpPr>
        <p:spPr>
          <a:xfrm>
            <a:off x="0" y="7216225"/>
            <a:ext cx="0" cy="153888"/>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F497E"/>
              </a:solidFill>
              <a:effectLst/>
              <a:uLnTx/>
              <a:uFillTx/>
              <a:latin typeface="Calibri" panose="020F0502020204030204" pitchFamily="34" charset="0"/>
              <a:ea typeface="+mn-ea"/>
              <a:cs typeface="+mn-cs"/>
            </a:endParaRPr>
          </a:p>
        </p:txBody>
      </p:sp>
      <p:sp>
        <p:nvSpPr>
          <p:cNvPr id="1001" name="OTLSHAPE_T_73a753fc3eb04cce8a74f5f2ee475fdf_JoinedDate">
            <a:extLst>
              <a:ext uri="{FF2B5EF4-FFF2-40B4-BE49-F238E27FC236}">
                <a16:creationId xmlns:a16="http://schemas.microsoft.com/office/drawing/2014/main" id="{F0FAF837-9CF5-4428-A7E2-8F709DA604DA}"/>
              </a:ext>
            </a:extLst>
          </p:cNvPr>
          <p:cNvSpPr txBox="1"/>
          <p:nvPr>
            <p:custDataLst>
              <p:tags r:id="rId109"/>
            </p:custDataLst>
          </p:nvPr>
        </p:nvSpPr>
        <p:spPr>
          <a:xfrm>
            <a:off x="11398036" y="4774720"/>
            <a:ext cx="5588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a:ln>
                  <a:noFill/>
                </a:ln>
                <a:solidFill>
                  <a:srgbClr val="1F497E"/>
                </a:solidFill>
                <a:effectLst/>
                <a:uLnTx/>
                <a:uFillTx/>
                <a:latin typeface="Calibri" panose="020F0502020204030204" pitchFamily="34" charset="0"/>
                <a:ea typeface="+mn-ea"/>
                <a:cs typeface="+mn-cs"/>
              </a:rPr>
              <a:t>1/25/2019</a:t>
            </a:r>
          </a:p>
        </p:txBody>
      </p:sp>
      <p:sp>
        <p:nvSpPr>
          <p:cNvPr id="1002" name="OTLSHAPE_T_73a753fc3eb04cce8a74f5f2ee475fdf_Title">
            <a:extLst>
              <a:ext uri="{FF2B5EF4-FFF2-40B4-BE49-F238E27FC236}">
                <a16:creationId xmlns:a16="http://schemas.microsoft.com/office/drawing/2014/main" id="{2B55FA46-C7C3-4B7C-8328-BBAB552CB6DC}"/>
              </a:ext>
            </a:extLst>
          </p:cNvPr>
          <p:cNvSpPr txBox="1"/>
          <p:nvPr>
            <p:custDataLst>
              <p:tags r:id="rId110"/>
            </p:custDataLst>
          </p:nvPr>
        </p:nvSpPr>
        <p:spPr>
          <a:xfrm>
            <a:off x="842616" y="4757125"/>
            <a:ext cx="660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prstClr val="black"/>
                </a:solidFill>
                <a:effectLst/>
                <a:uLnTx/>
                <a:uFillTx/>
                <a:latin typeface="Calibri" panose="020F0502020204030204" pitchFamily="34" charset="0"/>
                <a:ea typeface="+mn-ea"/>
                <a:cs typeface="+mn-cs"/>
              </a:rPr>
              <a:t>PM Review</a:t>
            </a:r>
          </a:p>
        </p:txBody>
      </p:sp>
      <p:cxnSp>
        <p:nvCxnSpPr>
          <p:cNvPr id="1006" name="OTLSHAPE_T_7f025863b5434f9ca6f083d56cac4820_HorizontalConnector1">
            <a:extLst>
              <a:ext uri="{FF2B5EF4-FFF2-40B4-BE49-F238E27FC236}">
                <a16:creationId xmlns:a16="http://schemas.microsoft.com/office/drawing/2014/main" id="{D749B4C8-4AC1-48F6-BCD6-3FB014DAC39E}"/>
              </a:ext>
            </a:extLst>
          </p:cNvPr>
          <p:cNvCxnSpPr>
            <a:cxnSpLocks/>
            <a:endCxn id="963" idx="1"/>
          </p:cNvCxnSpPr>
          <p:nvPr>
            <p:custDataLst>
              <p:tags r:id="rId111"/>
            </p:custDataLst>
          </p:nvPr>
        </p:nvCxnSpPr>
        <p:spPr>
          <a:xfrm>
            <a:off x="1478639" y="3551982"/>
            <a:ext cx="1996416" cy="0"/>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7" name="OTLSHAPE_T_7f025863b5434f9ca6f083d56cac4820_HorizontalConnector1">
            <a:extLst>
              <a:ext uri="{FF2B5EF4-FFF2-40B4-BE49-F238E27FC236}">
                <a16:creationId xmlns:a16="http://schemas.microsoft.com/office/drawing/2014/main" id="{B352C786-7887-443A-B3E8-116E3128A468}"/>
              </a:ext>
            </a:extLst>
          </p:cNvPr>
          <p:cNvCxnSpPr>
            <a:cxnSpLocks/>
          </p:cNvCxnSpPr>
          <p:nvPr>
            <p:custDataLst>
              <p:tags r:id="rId112"/>
            </p:custDataLst>
          </p:nvPr>
        </p:nvCxnSpPr>
        <p:spPr>
          <a:xfrm>
            <a:off x="1478639" y="3780110"/>
            <a:ext cx="3230827" cy="1"/>
          </a:xfrm>
          <a:prstGeom prst="line">
            <a:avLst/>
          </a:prstGeom>
          <a:ln w="9525" cap="flat" cmpd="sng" algn="ctr">
            <a:solidFill>
              <a:srgbClr val="CCCCC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2" name="OTLSHAPE_M_8cc1ba62bc92479399f399f1daac8d07_Connector1">
            <a:extLst>
              <a:ext uri="{FF2B5EF4-FFF2-40B4-BE49-F238E27FC236}">
                <a16:creationId xmlns:a16="http://schemas.microsoft.com/office/drawing/2014/main" id="{09E9C19C-612A-479B-84E6-B862DAE74532}"/>
              </a:ext>
            </a:extLst>
          </p:cNvPr>
          <p:cNvCxnSpPr>
            <a:cxnSpLocks/>
          </p:cNvCxnSpPr>
          <p:nvPr>
            <p:custDataLst>
              <p:tags r:id="rId113"/>
            </p:custDataLst>
          </p:nvPr>
        </p:nvCxnSpPr>
        <p:spPr>
          <a:xfrm>
            <a:off x="7850422" y="1622323"/>
            <a:ext cx="0" cy="1228154"/>
          </a:xfrm>
          <a:prstGeom prst="line">
            <a:avLst/>
          </a:prstGeom>
          <a:ln w="9525" cap="flat" cmpd="sng" algn="ctr">
            <a:solidFill>
              <a:schemeClr val="dk2">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4" name="OTLSHAPE_M_8cc1ba62bc92479399f399f1daac8d07_Shape">
            <a:extLst>
              <a:ext uri="{FF2B5EF4-FFF2-40B4-BE49-F238E27FC236}">
                <a16:creationId xmlns:a16="http://schemas.microsoft.com/office/drawing/2014/main" id="{73D6686C-01A3-4F4C-B4B3-9A61788A4E1E}"/>
              </a:ext>
            </a:extLst>
          </p:cNvPr>
          <p:cNvSpPr/>
          <p:nvPr>
            <p:custDataLst>
              <p:tags r:id="rId114"/>
            </p:custDataLst>
          </p:nvPr>
        </p:nvSpPr>
        <p:spPr>
          <a:xfrm rot="16200000">
            <a:off x="7872957" y="1589666"/>
            <a:ext cx="165100" cy="165100"/>
          </a:xfrm>
          <a:prstGeom prst="flowChartMerge">
            <a:avLst/>
          </a:prstGeom>
          <a:solidFill>
            <a:srgbClr val="7030A0"/>
          </a:solidFill>
          <a:ln w="12700" cap="flat" cmpd="sng" algn="ctr">
            <a:solidFill>
              <a:srgbClr val="7030A0"/>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6" name="OTLSHAPE_M_8cc1ba62bc92479399f399f1daac8d07_Title">
            <a:extLst>
              <a:ext uri="{FF2B5EF4-FFF2-40B4-BE49-F238E27FC236}">
                <a16:creationId xmlns:a16="http://schemas.microsoft.com/office/drawing/2014/main" id="{7FB95BAC-C8B8-46AB-B166-9E7E8244239C}"/>
              </a:ext>
            </a:extLst>
          </p:cNvPr>
          <p:cNvSpPr txBox="1"/>
          <p:nvPr>
            <p:custDataLst>
              <p:tags r:id="rId115"/>
            </p:custDataLst>
          </p:nvPr>
        </p:nvSpPr>
        <p:spPr>
          <a:xfrm>
            <a:off x="8060591" y="1488069"/>
            <a:ext cx="711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dirty="0">
                <a:ln>
                  <a:noFill/>
                </a:ln>
                <a:solidFill>
                  <a:prstClr val="black"/>
                </a:solidFill>
                <a:effectLst/>
                <a:uLnTx/>
                <a:uFillTx/>
                <a:latin typeface="Calibri" panose="020F0502020204030204" pitchFamily="34" charset="0"/>
                <a:ea typeface="+mn-ea"/>
                <a:cs typeface="+mn-cs"/>
              </a:rPr>
              <a:t>Dev S2 Start</a:t>
            </a:r>
          </a:p>
        </p:txBody>
      </p:sp>
      <p:sp>
        <p:nvSpPr>
          <p:cNvPr id="1017" name="OTLSHAPE_M_8cc1ba62bc92479399f399f1daac8d07_Date">
            <a:extLst>
              <a:ext uri="{FF2B5EF4-FFF2-40B4-BE49-F238E27FC236}">
                <a16:creationId xmlns:a16="http://schemas.microsoft.com/office/drawing/2014/main" id="{CC0B3DFA-130A-4B68-AE79-0F5D31C4FD8C}"/>
              </a:ext>
            </a:extLst>
          </p:cNvPr>
          <p:cNvSpPr txBox="1"/>
          <p:nvPr>
            <p:custDataLst>
              <p:tags r:id="rId116"/>
            </p:custDataLst>
          </p:nvPr>
        </p:nvSpPr>
        <p:spPr>
          <a:xfrm>
            <a:off x="8096566" y="1663195"/>
            <a:ext cx="625199"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dirty="0">
                <a:ln>
                  <a:noFill/>
                </a:ln>
                <a:solidFill>
                  <a:srgbClr val="1F497E"/>
                </a:solidFill>
                <a:effectLst/>
                <a:uLnTx/>
                <a:uFillTx/>
                <a:latin typeface="Calibri" panose="020F0502020204030204" pitchFamily="34" charset="0"/>
                <a:ea typeface="+mn-ea"/>
                <a:cs typeface="+mn-cs"/>
              </a:rPr>
              <a:t>1/17/2019</a:t>
            </a:r>
          </a:p>
        </p:txBody>
      </p:sp>
      <p:cxnSp>
        <p:nvCxnSpPr>
          <p:cNvPr id="1018" name="OTLSHAPE_M_8cc1ba62bc92479399f399f1daac8d07_Connector1">
            <a:extLst>
              <a:ext uri="{FF2B5EF4-FFF2-40B4-BE49-F238E27FC236}">
                <a16:creationId xmlns:a16="http://schemas.microsoft.com/office/drawing/2014/main" id="{A3F64B23-76BD-49D2-B713-1AD8816B867A}"/>
              </a:ext>
            </a:extLst>
          </p:cNvPr>
          <p:cNvCxnSpPr>
            <a:cxnSpLocks/>
          </p:cNvCxnSpPr>
          <p:nvPr>
            <p:custDataLst>
              <p:tags r:id="rId117"/>
            </p:custDataLst>
          </p:nvPr>
        </p:nvCxnSpPr>
        <p:spPr>
          <a:xfrm>
            <a:off x="10909911" y="1702250"/>
            <a:ext cx="0" cy="1228154"/>
          </a:xfrm>
          <a:prstGeom prst="line">
            <a:avLst/>
          </a:prstGeom>
          <a:ln w="9525" cap="flat" cmpd="sng" algn="ctr">
            <a:solidFill>
              <a:schemeClr val="dk2">
                <a:alpha val="3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9" name="OTLSHAPE_M_8cc1ba62bc92479399f399f1daac8d07_Shape">
            <a:extLst>
              <a:ext uri="{FF2B5EF4-FFF2-40B4-BE49-F238E27FC236}">
                <a16:creationId xmlns:a16="http://schemas.microsoft.com/office/drawing/2014/main" id="{BAB974FD-E172-4A88-9909-F7EB3E869FF5}"/>
              </a:ext>
            </a:extLst>
          </p:cNvPr>
          <p:cNvSpPr/>
          <p:nvPr>
            <p:custDataLst>
              <p:tags r:id="rId118"/>
            </p:custDataLst>
          </p:nvPr>
        </p:nvSpPr>
        <p:spPr>
          <a:xfrm rot="16200000">
            <a:off x="10945640" y="1653619"/>
            <a:ext cx="165100" cy="165100"/>
          </a:xfrm>
          <a:prstGeom prst="flowChartMerge">
            <a:avLst/>
          </a:prstGeom>
          <a:solidFill>
            <a:srgbClr val="7030A0"/>
          </a:solidFill>
          <a:ln w="12700" cap="flat" cmpd="sng" algn="ctr">
            <a:solidFill>
              <a:srgbClr val="7030A0"/>
            </a:solidFill>
            <a:prstDash val="solid"/>
            <a:miter lim="800000"/>
          </a:ln>
          <a:effectLst/>
          <a:scene3d>
            <a:camera prst="orthographicFront"/>
            <a:lightRig rig="threePt" dir="t"/>
          </a:scene3d>
          <a:sp3d>
            <a:bevelT h="12700"/>
          </a:sp3d>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0" name="OTLSHAPE_M_8cc1ba62bc92479399f399f1daac8d07_Title">
            <a:extLst>
              <a:ext uri="{FF2B5EF4-FFF2-40B4-BE49-F238E27FC236}">
                <a16:creationId xmlns:a16="http://schemas.microsoft.com/office/drawing/2014/main" id="{EF9F385C-7B6B-4A3B-8511-FB0E2CE46212}"/>
              </a:ext>
            </a:extLst>
          </p:cNvPr>
          <p:cNvSpPr txBox="1"/>
          <p:nvPr>
            <p:custDataLst>
              <p:tags r:id="rId119"/>
            </p:custDataLst>
          </p:nvPr>
        </p:nvSpPr>
        <p:spPr>
          <a:xfrm>
            <a:off x="11113674" y="1531592"/>
            <a:ext cx="711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8" normalizeH="0" baseline="0" noProof="0" dirty="0">
                <a:ln>
                  <a:noFill/>
                </a:ln>
                <a:solidFill>
                  <a:prstClr val="black"/>
                </a:solidFill>
                <a:effectLst/>
                <a:uLnTx/>
                <a:uFillTx/>
                <a:latin typeface="Calibri" panose="020F0502020204030204" pitchFamily="34" charset="0"/>
                <a:ea typeface="+mn-ea"/>
                <a:cs typeface="+mn-cs"/>
              </a:rPr>
              <a:t>Doc S2 Start</a:t>
            </a:r>
          </a:p>
        </p:txBody>
      </p:sp>
      <p:sp>
        <p:nvSpPr>
          <p:cNvPr id="1021" name="OTLSHAPE_M_8cc1ba62bc92479399f399f1daac8d07_Date">
            <a:extLst>
              <a:ext uri="{FF2B5EF4-FFF2-40B4-BE49-F238E27FC236}">
                <a16:creationId xmlns:a16="http://schemas.microsoft.com/office/drawing/2014/main" id="{235117DC-F6E6-4F78-B73A-17A88AC4DA4B}"/>
              </a:ext>
            </a:extLst>
          </p:cNvPr>
          <p:cNvSpPr txBox="1"/>
          <p:nvPr>
            <p:custDataLst>
              <p:tags r:id="rId120"/>
            </p:custDataLst>
          </p:nvPr>
        </p:nvSpPr>
        <p:spPr>
          <a:xfrm>
            <a:off x="11144570" y="1717098"/>
            <a:ext cx="625199"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8" normalizeH="0" baseline="0" noProof="0" dirty="0">
                <a:ln>
                  <a:noFill/>
                </a:ln>
                <a:solidFill>
                  <a:srgbClr val="1F497E"/>
                </a:solidFill>
                <a:effectLst/>
                <a:uLnTx/>
                <a:uFillTx/>
                <a:latin typeface="Calibri" panose="020F0502020204030204" pitchFamily="34" charset="0"/>
                <a:ea typeface="+mn-ea"/>
                <a:cs typeface="+mn-cs"/>
              </a:rPr>
              <a:t>1/24/2019</a:t>
            </a:r>
          </a:p>
        </p:txBody>
      </p:sp>
      <p:sp>
        <p:nvSpPr>
          <p:cNvPr id="128" name="Title 1">
            <a:extLst>
              <a:ext uri="{FF2B5EF4-FFF2-40B4-BE49-F238E27FC236}">
                <a16:creationId xmlns:a16="http://schemas.microsoft.com/office/drawing/2014/main" id="{CB9C6E75-CD22-49EB-92D5-265C8C46A378}"/>
              </a:ext>
            </a:extLst>
          </p:cNvPr>
          <p:cNvSpPr txBox="1">
            <a:spLocks/>
          </p:cNvSpPr>
          <p:nvPr/>
        </p:nvSpPr>
        <p:spPr>
          <a:xfrm>
            <a:off x="1900932" y="219204"/>
            <a:ext cx="8911687" cy="612870"/>
          </a:xfrm>
          <a:prstGeom prst="rect">
            <a:avLst/>
          </a:prstGeom>
        </p:spPr>
        <p:txBody>
          <a:bodyPr>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Process in Detail</a:t>
            </a:r>
            <a:endParaRPr lang="en-US" dirty="0"/>
          </a:p>
        </p:txBody>
      </p:sp>
    </p:spTree>
    <p:custDataLst>
      <p:tags r:id="rId1"/>
    </p:custDataLst>
    <p:extLst>
      <p:ext uri="{BB962C8B-B14F-4D97-AF65-F5344CB8AC3E}">
        <p14:creationId xmlns:p14="http://schemas.microsoft.com/office/powerpoint/2010/main" val="2081828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74066-340E-4B41-9C00-E7CDB3E6F861}"/>
              </a:ext>
            </a:extLst>
          </p:cNvPr>
          <p:cNvSpPr>
            <a:spLocks noGrp="1"/>
          </p:cNvSpPr>
          <p:nvPr>
            <p:ph type="title"/>
          </p:nvPr>
        </p:nvSpPr>
        <p:spPr/>
        <p:txBody>
          <a:bodyPr/>
          <a:lstStyle/>
          <a:p>
            <a:r>
              <a:rPr lang="en-US" dirty="0"/>
              <a:t>Stakeholder management and process setting</a:t>
            </a:r>
          </a:p>
        </p:txBody>
      </p:sp>
      <p:sp>
        <p:nvSpPr>
          <p:cNvPr id="3" name="Content Placeholder 2">
            <a:extLst>
              <a:ext uri="{FF2B5EF4-FFF2-40B4-BE49-F238E27FC236}">
                <a16:creationId xmlns:a16="http://schemas.microsoft.com/office/drawing/2014/main" id="{037FD98A-02E3-43F9-BA0D-428E9FFC22B6}"/>
              </a:ext>
            </a:extLst>
          </p:cNvPr>
          <p:cNvSpPr>
            <a:spLocks noGrp="1"/>
          </p:cNvSpPr>
          <p:nvPr>
            <p:ph idx="1"/>
          </p:nvPr>
        </p:nvSpPr>
        <p:spPr/>
        <p:txBody>
          <a:bodyPr>
            <a:normAutofit/>
          </a:bodyPr>
          <a:lstStyle/>
          <a:p>
            <a:r>
              <a:rPr lang="en-US" dirty="0"/>
              <a:t>Participate actively in Walkthroughs and Demos</a:t>
            </a:r>
          </a:p>
          <a:p>
            <a:r>
              <a:rPr lang="en-US" dirty="0"/>
              <a:t>Reverse KTs with Business Analysts</a:t>
            </a:r>
          </a:p>
          <a:p>
            <a:r>
              <a:rPr lang="en-US" dirty="0"/>
              <a:t>Participate in Use Case and Technical Design meetings</a:t>
            </a:r>
          </a:p>
          <a:p>
            <a:r>
              <a:rPr lang="en-US" dirty="0"/>
              <a:t>Got our own org set up that’s linked to QA line, helps to document the navigational aspects</a:t>
            </a:r>
          </a:p>
          <a:p>
            <a:r>
              <a:rPr lang="en-US" dirty="0"/>
              <a:t>Bi-Monthly connect with Product Owners and Product Managers to get feedback</a:t>
            </a:r>
          </a:p>
          <a:p>
            <a:r>
              <a:rPr lang="en-US" dirty="0"/>
              <a:t>Documentation Demos to project teams and support teams</a:t>
            </a:r>
          </a:p>
          <a:p>
            <a:r>
              <a:rPr lang="en-US" dirty="0"/>
              <a:t>Usability Study</a:t>
            </a:r>
          </a:p>
          <a:p>
            <a:r>
              <a:rPr lang="en-US" dirty="0"/>
              <a:t>Survey </a:t>
            </a:r>
          </a:p>
          <a:p>
            <a:endParaRPr lang="en-US" dirty="0"/>
          </a:p>
          <a:p>
            <a:endParaRPr lang="en-US" dirty="0"/>
          </a:p>
        </p:txBody>
      </p:sp>
    </p:spTree>
    <p:extLst>
      <p:ext uri="{BB962C8B-B14F-4D97-AF65-F5344CB8AC3E}">
        <p14:creationId xmlns:p14="http://schemas.microsoft.com/office/powerpoint/2010/main" val="512530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2A88F-7B60-49A9-9C09-50250CFFFDC3}"/>
              </a:ext>
            </a:extLst>
          </p:cNvPr>
          <p:cNvSpPr>
            <a:spLocks noGrp="1"/>
          </p:cNvSpPr>
          <p:nvPr>
            <p:ph type="title"/>
          </p:nvPr>
        </p:nvSpPr>
        <p:spPr>
          <a:xfrm>
            <a:off x="1687669" y="624110"/>
            <a:ext cx="4137059" cy="1280890"/>
          </a:xfrm>
        </p:spPr>
        <p:txBody>
          <a:bodyPr>
            <a:normAutofit/>
          </a:bodyPr>
          <a:lstStyle/>
          <a:p>
            <a:r>
              <a:rPr lang="en-US" sz="3200"/>
              <a:t>Benefits</a:t>
            </a:r>
          </a:p>
        </p:txBody>
      </p:sp>
      <p:sp>
        <p:nvSpPr>
          <p:cNvPr id="3" name="Content Placeholder 2">
            <a:extLst>
              <a:ext uri="{FF2B5EF4-FFF2-40B4-BE49-F238E27FC236}">
                <a16:creationId xmlns:a16="http://schemas.microsoft.com/office/drawing/2014/main" id="{A4A59042-F5AD-455E-B56F-AA8E022ABC10}"/>
              </a:ext>
            </a:extLst>
          </p:cNvPr>
          <p:cNvSpPr>
            <a:spLocks noGrp="1"/>
          </p:cNvSpPr>
          <p:nvPr>
            <p:ph idx="1"/>
          </p:nvPr>
        </p:nvSpPr>
        <p:spPr>
          <a:xfrm>
            <a:off x="1683956" y="2133600"/>
            <a:ext cx="4140772" cy="3777622"/>
          </a:xfrm>
        </p:spPr>
        <p:txBody>
          <a:bodyPr>
            <a:normAutofit/>
          </a:bodyPr>
          <a:lstStyle/>
          <a:p>
            <a:r>
              <a:rPr lang="en-US" sz="1600" dirty="0">
                <a:solidFill>
                  <a:srgbClr val="000000"/>
                </a:solidFill>
              </a:rPr>
              <a:t>Shippable Product on time</a:t>
            </a:r>
          </a:p>
          <a:p>
            <a:r>
              <a:rPr lang="en-US" sz="1600" dirty="0">
                <a:solidFill>
                  <a:srgbClr val="000000"/>
                </a:solidFill>
              </a:rPr>
              <a:t>Accuracy</a:t>
            </a:r>
          </a:p>
          <a:p>
            <a:r>
              <a:rPr lang="en-US" sz="1600" dirty="0">
                <a:solidFill>
                  <a:srgbClr val="000000"/>
                </a:solidFill>
              </a:rPr>
              <a:t>Traceability</a:t>
            </a:r>
          </a:p>
          <a:p>
            <a:r>
              <a:rPr lang="en-US" sz="1600" dirty="0">
                <a:solidFill>
                  <a:srgbClr val="000000"/>
                </a:solidFill>
              </a:rPr>
              <a:t>Accountability</a:t>
            </a:r>
          </a:p>
          <a:p>
            <a:endParaRPr lang="en-US" sz="1600" dirty="0">
              <a:solidFill>
                <a:srgbClr val="000000"/>
              </a:solidFill>
            </a:endParaRPr>
          </a:p>
        </p:txBody>
      </p:sp>
      <p:pic>
        <p:nvPicPr>
          <p:cNvPr id="5" name="Picture 4" descr="A picture containing stop, sign, red, outdoor&#10;&#10;Description generated with very high confidence">
            <a:extLst>
              <a:ext uri="{FF2B5EF4-FFF2-40B4-BE49-F238E27FC236}">
                <a16:creationId xmlns:a16="http://schemas.microsoft.com/office/drawing/2014/main" id="{CB1D7AFB-ABBB-4866-A520-1B660864D985}"/>
              </a:ext>
            </a:extLst>
          </p:cNvPr>
          <p:cNvPicPr>
            <a:picLocks noChangeAspect="1"/>
          </p:cNvPicPr>
          <p:nvPr/>
        </p:nvPicPr>
        <p:blipFill>
          <a:blip r:embed="rId3"/>
          <a:stretch>
            <a:fillRect/>
          </a:stretch>
        </p:blipFill>
        <p:spPr>
          <a:xfrm>
            <a:off x="7038467" y="1339167"/>
            <a:ext cx="3684951" cy="3731597"/>
          </a:xfrm>
          <a:prstGeom prst="rect">
            <a:avLst/>
          </a:prstGeom>
        </p:spPr>
      </p:pic>
    </p:spTree>
    <p:extLst>
      <p:ext uri="{BB962C8B-B14F-4D97-AF65-F5344CB8AC3E}">
        <p14:creationId xmlns:p14="http://schemas.microsoft.com/office/powerpoint/2010/main" val="954435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10DD-E57B-4D39-858E-7AAA4A542F70}"/>
              </a:ext>
            </a:extLst>
          </p:cNvPr>
          <p:cNvSpPr>
            <a:spLocks noGrp="1"/>
          </p:cNvSpPr>
          <p:nvPr>
            <p:ph type="title"/>
          </p:nvPr>
        </p:nvSpPr>
        <p:spPr/>
        <p:txBody>
          <a:bodyPr/>
          <a:lstStyle/>
          <a:p>
            <a:r>
              <a:rPr lang="en-US" dirty="0"/>
              <a:t>Risk Mitigation</a:t>
            </a:r>
          </a:p>
        </p:txBody>
      </p:sp>
      <p:sp>
        <p:nvSpPr>
          <p:cNvPr id="3" name="Content Placeholder 2">
            <a:extLst>
              <a:ext uri="{FF2B5EF4-FFF2-40B4-BE49-F238E27FC236}">
                <a16:creationId xmlns:a16="http://schemas.microsoft.com/office/drawing/2014/main" id="{BE50C1AF-BF4B-4266-AC9D-80CFF4716252}"/>
              </a:ext>
            </a:extLst>
          </p:cNvPr>
          <p:cNvSpPr>
            <a:spLocks noGrp="1"/>
          </p:cNvSpPr>
          <p:nvPr>
            <p:ph idx="1"/>
          </p:nvPr>
        </p:nvSpPr>
        <p:spPr/>
        <p:txBody>
          <a:bodyPr/>
          <a:lstStyle/>
          <a:p>
            <a:r>
              <a:rPr lang="en-US" dirty="0"/>
              <a:t>Unstable model</a:t>
            </a:r>
          </a:p>
          <a:p>
            <a:r>
              <a:rPr lang="en-US" dirty="0"/>
              <a:t>Lot of rework</a:t>
            </a:r>
          </a:p>
          <a:p>
            <a:r>
              <a:rPr lang="en-US" dirty="0"/>
              <a:t>Problem in taking screenshots</a:t>
            </a:r>
          </a:p>
          <a:p>
            <a:r>
              <a:rPr lang="en-US" dirty="0"/>
              <a:t>Resource unavailability</a:t>
            </a:r>
          </a:p>
          <a:p>
            <a:endParaRPr lang="en-US" dirty="0"/>
          </a:p>
        </p:txBody>
      </p:sp>
    </p:spTree>
    <p:extLst>
      <p:ext uri="{BB962C8B-B14F-4D97-AF65-F5344CB8AC3E}">
        <p14:creationId xmlns:p14="http://schemas.microsoft.com/office/powerpoint/2010/main" val="223203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8" name="Group 87">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90"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91"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92"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93"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94"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95"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96"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97"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98"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99"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00"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2" name="Group 101">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03"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4"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5"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6"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7"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8"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9"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10"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11"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12"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13"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14"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16" name="Rectangle 115">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18"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120" name="Rectangle 119">
            <a:extLst>
              <a:ext uri="{FF2B5EF4-FFF2-40B4-BE49-F238E27FC236}">
                <a16:creationId xmlns:a16="http://schemas.microsoft.com/office/drawing/2014/main" id="{22589B50-D615-4630-B6F7-29E99FF2C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B87A83DF-4E7A-4A81-867E-10E29C4BD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 y="0"/>
            <a:ext cx="6111243"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B451435-DC40-4DF5-BC56-80A4BF379528}"/>
              </a:ext>
            </a:extLst>
          </p:cNvPr>
          <p:cNvSpPr>
            <a:spLocks noGrp="1"/>
          </p:cNvSpPr>
          <p:nvPr>
            <p:ph type="title"/>
          </p:nvPr>
        </p:nvSpPr>
        <p:spPr>
          <a:xfrm>
            <a:off x="540279" y="967417"/>
            <a:ext cx="5280460" cy="3943250"/>
          </a:xfrm>
        </p:spPr>
        <p:txBody>
          <a:bodyPr vert="horz" lIns="91440" tIns="45720" rIns="91440" bIns="45720" rtlCol="0" anchor="b">
            <a:normAutofit/>
          </a:bodyPr>
          <a:lstStyle/>
          <a:p>
            <a:r>
              <a:rPr lang="en-US" sz="4000" dirty="0">
                <a:solidFill>
                  <a:srgbClr val="FEFFFF"/>
                </a:solidFill>
              </a:rPr>
              <a:t>Measured Metrics - Productivity</a:t>
            </a:r>
          </a:p>
        </p:txBody>
      </p:sp>
      <p:sp>
        <p:nvSpPr>
          <p:cNvPr id="124" name="Freeform 27">
            <a:extLst>
              <a:ext uri="{FF2B5EF4-FFF2-40B4-BE49-F238E27FC236}">
                <a16:creationId xmlns:a16="http://schemas.microsoft.com/office/drawing/2014/main" id="{435515D7-4CE9-4558-BA93-E245EFB64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6881206" cy="857047"/>
          </a:xfrm>
          <a:custGeom>
            <a:avLst/>
            <a:gdLst>
              <a:gd name="connsiteX0" fmla="*/ 0 w 6881206"/>
              <a:gd name="connsiteY0" fmla="*/ 0 h 857047"/>
              <a:gd name="connsiteX1" fmla="*/ 653445 w 6881206"/>
              <a:gd name="connsiteY1" fmla="*/ 0 h 857047"/>
              <a:gd name="connsiteX2" fmla="*/ 1156123 w 6881206"/>
              <a:gd name="connsiteY2" fmla="*/ 0 h 857047"/>
              <a:gd name="connsiteX3" fmla="*/ 1380221 w 6881206"/>
              <a:gd name="connsiteY3" fmla="*/ 0 h 857047"/>
              <a:gd name="connsiteX4" fmla="*/ 1444324 w 6881206"/>
              <a:gd name="connsiteY4" fmla="*/ 0 h 857047"/>
              <a:gd name="connsiteX5" fmla="*/ 1522072 w 6881206"/>
              <a:gd name="connsiteY5" fmla="*/ 0 h 857047"/>
              <a:gd name="connsiteX6" fmla="*/ 1596570 w 6881206"/>
              <a:gd name="connsiteY6" fmla="*/ 0 h 857047"/>
              <a:gd name="connsiteX7" fmla="*/ 1893047 w 6881206"/>
              <a:gd name="connsiteY7" fmla="*/ 0 h 857047"/>
              <a:gd name="connsiteX8" fmla="*/ 1978260 w 6881206"/>
              <a:gd name="connsiteY8" fmla="*/ 0 h 857047"/>
              <a:gd name="connsiteX9" fmla="*/ 2032793 w 6881206"/>
              <a:gd name="connsiteY9" fmla="*/ 0 h 857047"/>
              <a:gd name="connsiteX10" fmla="*/ 2095032 w 6881206"/>
              <a:gd name="connsiteY10" fmla="*/ 0 h 857047"/>
              <a:gd name="connsiteX11" fmla="*/ 2574748 w 6881206"/>
              <a:gd name="connsiteY11" fmla="*/ 0 h 857047"/>
              <a:gd name="connsiteX12" fmla="*/ 2712413 w 6881206"/>
              <a:gd name="connsiteY12" fmla="*/ 0 h 857047"/>
              <a:gd name="connsiteX13" fmla="*/ 2724164 w 6881206"/>
              <a:gd name="connsiteY13" fmla="*/ 0 h 857047"/>
              <a:gd name="connsiteX14" fmla="*/ 2806423 w 6881206"/>
              <a:gd name="connsiteY14" fmla="*/ 0 h 857047"/>
              <a:gd name="connsiteX15" fmla="*/ 2975563 w 6881206"/>
              <a:gd name="connsiteY15" fmla="*/ 0 h 857047"/>
              <a:gd name="connsiteX16" fmla="*/ 3029696 w 6881206"/>
              <a:gd name="connsiteY16" fmla="*/ 0 h 857047"/>
              <a:gd name="connsiteX17" fmla="*/ 3216247 w 6881206"/>
              <a:gd name="connsiteY17" fmla="*/ 0 h 857047"/>
              <a:gd name="connsiteX18" fmla="*/ 3464491 w 6881206"/>
              <a:gd name="connsiteY18" fmla="*/ 0 h 857047"/>
              <a:gd name="connsiteX19" fmla="*/ 3476820 w 6881206"/>
              <a:gd name="connsiteY19" fmla="*/ 0 h 857047"/>
              <a:gd name="connsiteX20" fmla="*/ 3508932 w 6881206"/>
              <a:gd name="connsiteY20" fmla="*/ 0 h 857047"/>
              <a:gd name="connsiteX21" fmla="*/ 3518154 w 6881206"/>
              <a:gd name="connsiteY21" fmla="*/ 0 h 857047"/>
              <a:gd name="connsiteX22" fmla="*/ 3563124 w 6881206"/>
              <a:gd name="connsiteY22" fmla="*/ 0 h 857047"/>
              <a:gd name="connsiteX23" fmla="*/ 3568615 w 6881206"/>
              <a:gd name="connsiteY23" fmla="*/ 0 h 857047"/>
              <a:gd name="connsiteX24" fmla="*/ 3582711 w 6881206"/>
              <a:gd name="connsiteY24" fmla="*/ 0 h 857047"/>
              <a:gd name="connsiteX25" fmla="*/ 3607047 w 6881206"/>
              <a:gd name="connsiteY25" fmla="*/ 0 h 857047"/>
              <a:gd name="connsiteX26" fmla="*/ 3711363 w 6881206"/>
              <a:gd name="connsiteY26" fmla="*/ 0 h 857047"/>
              <a:gd name="connsiteX27" fmla="*/ 3757936 w 6881206"/>
              <a:gd name="connsiteY27" fmla="*/ 0 h 857047"/>
              <a:gd name="connsiteX28" fmla="*/ 3914505 w 6881206"/>
              <a:gd name="connsiteY28" fmla="*/ 0 h 857047"/>
              <a:gd name="connsiteX29" fmla="*/ 4099165 w 6881206"/>
              <a:gd name="connsiteY29" fmla="*/ 0 h 857047"/>
              <a:gd name="connsiteX30" fmla="*/ 4176573 w 6881206"/>
              <a:gd name="connsiteY30" fmla="*/ 0 h 857047"/>
              <a:gd name="connsiteX31" fmla="*/ 4211043 w 6881206"/>
              <a:gd name="connsiteY31" fmla="*/ 0 h 857047"/>
              <a:gd name="connsiteX32" fmla="*/ 4249415 w 6881206"/>
              <a:gd name="connsiteY32" fmla="*/ 0 h 857047"/>
              <a:gd name="connsiteX33" fmla="*/ 4292911 w 6881206"/>
              <a:gd name="connsiteY33" fmla="*/ 0 h 857047"/>
              <a:gd name="connsiteX34" fmla="*/ 4715176 w 6881206"/>
              <a:gd name="connsiteY34" fmla="*/ 0 h 857047"/>
              <a:gd name="connsiteX35" fmla="*/ 4749035 w 6881206"/>
              <a:gd name="connsiteY35" fmla="*/ 0 h 857047"/>
              <a:gd name="connsiteX36" fmla="*/ 5107279 w 6881206"/>
              <a:gd name="connsiteY36" fmla="*/ 0 h 857047"/>
              <a:gd name="connsiteX37" fmla="*/ 5446306 w 6881206"/>
              <a:gd name="connsiteY37" fmla="*/ 0 h 857047"/>
              <a:gd name="connsiteX38" fmla="*/ 5654500 w 6881206"/>
              <a:gd name="connsiteY38" fmla="*/ 0 h 857047"/>
              <a:gd name="connsiteX39" fmla="*/ 5879355 w 6881206"/>
              <a:gd name="connsiteY39" fmla="*/ 0 h 857047"/>
              <a:gd name="connsiteX40" fmla="*/ 6374171 w 6881206"/>
              <a:gd name="connsiteY40" fmla="*/ 0 h 857047"/>
              <a:gd name="connsiteX41" fmla="*/ 6382691 w 6881206"/>
              <a:gd name="connsiteY41" fmla="*/ 0 h 857047"/>
              <a:gd name="connsiteX42" fmla="*/ 6406881 w 6881206"/>
              <a:gd name="connsiteY42" fmla="*/ 10516 h 857047"/>
              <a:gd name="connsiteX43" fmla="*/ 6411719 w 6881206"/>
              <a:gd name="connsiteY43" fmla="*/ 15774 h 857047"/>
              <a:gd name="connsiteX44" fmla="*/ 6412418 w 6881206"/>
              <a:gd name="connsiteY44" fmla="*/ 16534 h 857047"/>
              <a:gd name="connsiteX45" fmla="*/ 6413765 w 6881206"/>
              <a:gd name="connsiteY45" fmla="*/ 17998 h 857047"/>
              <a:gd name="connsiteX46" fmla="*/ 6418286 w 6881206"/>
              <a:gd name="connsiteY46" fmla="*/ 21854 h 857047"/>
              <a:gd name="connsiteX47" fmla="*/ 6867337 w 6881206"/>
              <a:gd name="connsiteY47" fmla="*/ 404863 h 857047"/>
              <a:gd name="connsiteX48" fmla="*/ 6867337 w 6881206"/>
              <a:gd name="connsiteY48" fmla="*/ 452185 h 857047"/>
              <a:gd name="connsiteX49" fmla="*/ 6491457 w 6881206"/>
              <a:gd name="connsiteY49" fmla="*/ 772784 h 857047"/>
              <a:gd name="connsiteX50" fmla="*/ 6413765 w 6881206"/>
              <a:gd name="connsiteY50" fmla="*/ 839050 h 857047"/>
              <a:gd name="connsiteX51" fmla="*/ 6411719 w 6881206"/>
              <a:gd name="connsiteY51" fmla="*/ 841273 h 857047"/>
              <a:gd name="connsiteX52" fmla="*/ 6406881 w 6881206"/>
              <a:gd name="connsiteY52" fmla="*/ 846531 h 857047"/>
              <a:gd name="connsiteX53" fmla="*/ 6382691 w 6881206"/>
              <a:gd name="connsiteY53" fmla="*/ 857047 h 857047"/>
              <a:gd name="connsiteX54" fmla="*/ 6374171 w 6881206"/>
              <a:gd name="connsiteY54" fmla="*/ 857047 h 857047"/>
              <a:gd name="connsiteX55" fmla="*/ 6368680 w 6881206"/>
              <a:gd name="connsiteY55" fmla="*/ 857047 h 857047"/>
              <a:gd name="connsiteX56" fmla="*/ 6348221 w 6881206"/>
              <a:gd name="connsiteY56" fmla="*/ 857047 h 857047"/>
              <a:gd name="connsiteX57" fmla="*/ 6330248 w 6881206"/>
              <a:gd name="connsiteY57" fmla="*/ 857047 h 857047"/>
              <a:gd name="connsiteX58" fmla="*/ 6266353 w 6881206"/>
              <a:gd name="connsiteY58" fmla="*/ 857047 h 857047"/>
              <a:gd name="connsiteX59" fmla="*/ 6225932 w 6881206"/>
              <a:gd name="connsiteY59" fmla="*/ 857047 h 857047"/>
              <a:gd name="connsiteX60" fmla="*/ 6106926 w 6881206"/>
              <a:gd name="connsiteY60" fmla="*/ 857047 h 857047"/>
              <a:gd name="connsiteX61" fmla="*/ 6022790 w 6881206"/>
              <a:gd name="connsiteY61" fmla="*/ 857047 h 857047"/>
              <a:gd name="connsiteX62" fmla="*/ 5844088 w 6881206"/>
              <a:gd name="connsiteY62" fmla="*/ 857047 h 857047"/>
              <a:gd name="connsiteX63" fmla="*/ 5687880 w 6881206"/>
              <a:gd name="connsiteY63" fmla="*/ 857047 h 857047"/>
              <a:gd name="connsiteX64" fmla="*/ 5451985 w 6881206"/>
              <a:gd name="connsiteY64" fmla="*/ 857047 h 857047"/>
              <a:gd name="connsiteX65" fmla="*/ 5188261 w 6881206"/>
              <a:gd name="connsiteY65" fmla="*/ 857047 h 857047"/>
              <a:gd name="connsiteX66" fmla="*/ 4904764 w 6881206"/>
              <a:gd name="connsiteY66" fmla="*/ 857047 h 857047"/>
              <a:gd name="connsiteX67" fmla="*/ 4490989 w 6881206"/>
              <a:gd name="connsiteY67" fmla="*/ 857047 h 857047"/>
              <a:gd name="connsiteX68" fmla="*/ 4176573 w 6881206"/>
              <a:gd name="connsiteY68" fmla="*/ 857047 h 857047"/>
              <a:gd name="connsiteX69" fmla="*/ 4099165 w 6881206"/>
              <a:gd name="connsiteY69" fmla="*/ 857047 h 857047"/>
              <a:gd name="connsiteX70" fmla="*/ 4089943 w 6881206"/>
              <a:gd name="connsiteY70" fmla="*/ 857047 h 857047"/>
              <a:gd name="connsiteX71" fmla="*/ 4057940 w 6881206"/>
              <a:gd name="connsiteY71" fmla="*/ 857047 h 857047"/>
              <a:gd name="connsiteX72" fmla="*/ 4025386 w 6881206"/>
              <a:gd name="connsiteY72" fmla="*/ 857047 h 857047"/>
              <a:gd name="connsiteX73" fmla="*/ 3850160 w 6881206"/>
              <a:gd name="connsiteY73" fmla="*/ 857047 h 857047"/>
              <a:gd name="connsiteX74" fmla="*/ 3563124 w 6881206"/>
              <a:gd name="connsiteY74" fmla="*/ 857047 h 857047"/>
              <a:gd name="connsiteX75" fmla="*/ 3550795 w 6881206"/>
              <a:gd name="connsiteY75" fmla="*/ 857047 h 857047"/>
              <a:gd name="connsiteX76" fmla="*/ 3508932 w 6881206"/>
              <a:gd name="connsiteY76" fmla="*/ 857047 h 857047"/>
              <a:gd name="connsiteX77" fmla="*/ 3483683 w 6881206"/>
              <a:gd name="connsiteY77" fmla="*/ 857047 h 857047"/>
              <a:gd name="connsiteX78" fmla="*/ 3464491 w 6881206"/>
              <a:gd name="connsiteY78" fmla="*/ 857047 h 857047"/>
              <a:gd name="connsiteX79" fmla="*/ 3452740 w 6881206"/>
              <a:gd name="connsiteY79" fmla="*/ 857047 h 857047"/>
              <a:gd name="connsiteX80" fmla="*/ 3423719 w 6881206"/>
              <a:gd name="connsiteY80" fmla="*/ 857047 h 857047"/>
              <a:gd name="connsiteX81" fmla="*/ 3370481 w 6881206"/>
              <a:gd name="connsiteY81" fmla="*/ 857047 h 857047"/>
              <a:gd name="connsiteX82" fmla="*/ 3306946 w 6881206"/>
              <a:gd name="connsiteY82" fmla="*/ 857047 h 857047"/>
              <a:gd name="connsiteX83" fmla="*/ 3147208 w 6881206"/>
              <a:gd name="connsiteY83" fmla="*/ 857047 h 857047"/>
              <a:gd name="connsiteX84" fmla="*/ 3114429 w 6881206"/>
              <a:gd name="connsiteY84" fmla="*/ 857047 h 857047"/>
              <a:gd name="connsiteX85" fmla="*/ 2960658 w 6881206"/>
              <a:gd name="connsiteY85" fmla="*/ 857047 h 857047"/>
              <a:gd name="connsiteX86" fmla="*/ 2827230 w 6881206"/>
              <a:gd name="connsiteY86" fmla="*/ 857047 h 857047"/>
              <a:gd name="connsiteX87" fmla="*/ 2712413 w 6881206"/>
              <a:gd name="connsiteY87" fmla="*/ 857047 h 857047"/>
              <a:gd name="connsiteX88" fmla="*/ 2680242 w 6881206"/>
              <a:gd name="connsiteY88" fmla="*/ 857047 h 857047"/>
              <a:gd name="connsiteX89" fmla="*/ 2603835 w 6881206"/>
              <a:gd name="connsiteY89" fmla="*/ 857047 h 857047"/>
              <a:gd name="connsiteX90" fmla="*/ 2455042 w 6881206"/>
              <a:gd name="connsiteY90" fmla="*/ 857047 h 857047"/>
              <a:gd name="connsiteX91" fmla="*/ 2426415 w 6881206"/>
              <a:gd name="connsiteY91" fmla="*/ 857047 h 857047"/>
              <a:gd name="connsiteX92" fmla="*/ 2209736 w 6881206"/>
              <a:gd name="connsiteY92" fmla="*/ 857047 h 857047"/>
              <a:gd name="connsiteX93" fmla="*/ 1893047 w 6881206"/>
              <a:gd name="connsiteY93" fmla="*/ 857047 h 857047"/>
              <a:gd name="connsiteX94" fmla="*/ 1885034 w 6881206"/>
              <a:gd name="connsiteY94" fmla="*/ 857047 h 857047"/>
              <a:gd name="connsiteX95" fmla="*/ 1843786 w 6881206"/>
              <a:gd name="connsiteY95" fmla="*/ 857047 h 857047"/>
              <a:gd name="connsiteX96" fmla="*/ 1828944 w 6881206"/>
              <a:gd name="connsiteY96" fmla="*/ 857047 h 857047"/>
              <a:gd name="connsiteX97" fmla="*/ 1380221 w 6881206"/>
              <a:gd name="connsiteY97" fmla="*/ 857047 h 857047"/>
              <a:gd name="connsiteX98" fmla="*/ 1333065 w 6881206"/>
              <a:gd name="connsiteY98" fmla="*/ 857047 h 857047"/>
              <a:gd name="connsiteX99" fmla="*/ 653445 w 6881206"/>
              <a:gd name="connsiteY99" fmla="*/ 857047 h 857047"/>
              <a:gd name="connsiteX100" fmla="*/ 0 w 6881206"/>
              <a:gd name="connsiteY100" fmla="*/ 857047 h 857047"/>
              <a:gd name="connsiteX101" fmla="*/ 0 w 6881206"/>
              <a:gd name="connsiteY101" fmla="*/ 0 h 8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881206" h="857047">
                <a:moveTo>
                  <a:pt x="0" y="0"/>
                </a:moveTo>
                <a:cubicBezTo>
                  <a:pt x="0" y="0"/>
                  <a:pt x="0" y="0"/>
                  <a:pt x="653445" y="0"/>
                </a:cubicBezTo>
                <a:cubicBezTo>
                  <a:pt x="653445" y="0"/>
                  <a:pt x="653445" y="0"/>
                  <a:pt x="1156123" y="0"/>
                </a:cubicBezTo>
                <a:lnTo>
                  <a:pt x="1380221" y="0"/>
                </a:lnTo>
                <a:cubicBezTo>
                  <a:pt x="1380221" y="0"/>
                  <a:pt x="1380221" y="0"/>
                  <a:pt x="1444324" y="0"/>
                </a:cubicBezTo>
                <a:lnTo>
                  <a:pt x="1522072" y="0"/>
                </a:lnTo>
                <a:lnTo>
                  <a:pt x="1596570" y="0"/>
                </a:lnTo>
                <a:cubicBezTo>
                  <a:pt x="1668686" y="0"/>
                  <a:pt x="1764840" y="0"/>
                  <a:pt x="1893047" y="0"/>
                </a:cubicBezTo>
                <a:cubicBezTo>
                  <a:pt x="1893047" y="0"/>
                  <a:pt x="1893047" y="0"/>
                  <a:pt x="1978260" y="0"/>
                </a:cubicBezTo>
                <a:lnTo>
                  <a:pt x="2032793" y="0"/>
                </a:lnTo>
                <a:lnTo>
                  <a:pt x="2095032" y="0"/>
                </a:lnTo>
                <a:cubicBezTo>
                  <a:pt x="2196025" y="0"/>
                  <a:pt x="2347515" y="0"/>
                  <a:pt x="2574748" y="0"/>
                </a:cubicBezTo>
                <a:lnTo>
                  <a:pt x="2712413" y="0"/>
                </a:lnTo>
                <a:lnTo>
                  <a:pt x="2724164" y="0"/>
                </a:lnTo>
                <a:lnTo>
                  <a:pt x="2806423" y="0"/>
                </a:lnTo>
                <a:lnTo>
                  <a:pt x="2975563" y="0"/>
                </a:lnTo>
                <a:lnTo>
                  <a:pt x="3029696" y="0"/>
                </a:lnTo>
                <a:lnTo>
                  <a:pt x="3216247" y="0"/>
                </a:lnTo>
                <a:lnTo>
                  <a:pt x="3464491" y="0"/>
                </a:lnTo>
                <a:lnTo>
                  <a:pt x="3476820" y="0"/>
                </a:lnTo>
                <a:lnTo>
                  <a:pt x="3508932" y="0"/>
                </a:lnTo>
                <a:cubicBezTo>
                  <a:pt x="3508932" y="0"/>
                  <a:pt x="3508932" y="0"/>
                  <a:pt x="3518154" y="0"/>
                </a:cubicBezTo>
                <a:lnTo>
                  <a:pt x="3563124" y="0"/>
                </a:lnTo>
                <a:lnTo>
                  <a:pt x="3568615" y="0"/>
                </a:lnTo>
                <a:lnTo>
                  <a:pt x="3582711" y="0"/>
                </a:lnTo>
                <a:lnTo>
                  <a:pt x="3607047" y="0"/>
                </a:lnTo>
                <a:lnTo>
                  <a:pt x="3711363" y="0"/>
                </a:lnTo>
                <a:lnTo>
                  <a:pt x="3757936" y="0"/>
                </a:lnTo>
                <a:lnTo>
                  <a:pt x="3914505" y="0"/>
                </a:lnTo>
                <a:lnTo>
                  <a:pt x="4099165" y="0"/>
                </a:lnTo>
                <a:cubicBezTo>
                  <a:pt x="4099165" y="0"/>
                  <a:pt x="4099165" y="0"/>
                  <a:pt x="4176573" y="0"/>
                </a:cubicBezTo>
                <a:cubicBezTo>
                  <a:pt x="4176573" y="0"/>
                  <a:pt x="4176573" y="0"/>
                  <a:pt x="4211043" y="0"/>
                </a:cubicBezTo>
                <a:lnTo>
                  <a:pt x="4249415" y="0"/>
                </a:lnTo>
                <a:lnTo>
                  <a:pt x="4292911" y="0"/>
                </a:lnTo>
                <a:cubicBezTo>
                  <a:pt x="4370470" y="0"/>
                  <a:pt x="4499735" y="0"/>
                  <a:pt x="4715176" y="0"/>
                </a:cubicBezTo>
                <a:lnTo>
                  <a:pt x="4749035" y="0"/>
                </a:lnTo>
                <a:lnTo>
                  <a:pt x="5107279" y="0"/>
                </a:lnTo>
                <a:lnTo>
                  <a:pt x="5446306" y="0"/>
                </a:lnTo>
                <a:lnTo>
                  <a:pt x="5654500" y="0"/>
                </a:lnTo>
                <a:lnTo>
                  <a:pt x="5879355" y="0"/>
                </a:lnTo>
                <a:lnTo>
                  <a:pt x="6374171" y="0"/>
                </a:lnTo>
                <a:lnTo>
                  <a:pt x="6382691" y="0"/>
                </a:lnTo>
                <a:cubicBezTo>
                  <a:pt x="6392367" y="0"/>
                  <a:pt x="6402043" y="5258"/>
                  <a:pt x="6406881" y="10516"/>
                </a:cubicBezTo>
                <a:cubicBezTo>
                  <a:pt x="6406881" y="10516"/>
                  <a:pt x="6411719" y="10516"/>
                  <a:pt x="6411719" y="15774"/>
                </a:cubicBezTo>
                <a:cubicBezTo>
                  <a:pt x="6411719" y="15774"/>
                  <a:pt x="6411719" y="15774"/>
                  <a:pt x="6412418" y="16534"/>
                </a:cubicBezTo>
                <a:lnTo>
                  <a:pt x="6413765" y="17998"/>
                </a:lnTo>
                <a:lnTo>
                  <a:pt x="6418286" y="21854"/>
                </a:lnTo>
                <a:cubicBezTo>
                  <a:pt x="6439669" y="40092"/>
                  <a:pt x="6525203" y="113046"/>
                  <a:pt x="6867337" y="404863"/>
                </a:cubicBezTo>
                <a:cubicBezTo>
                  <a:pt x="6885830" y="415379"/>
                  <a:pt x="6885830" y="436411"/>
                  <a:pt x="6867337" y="452185"/>
                </a:cubicBezTo>
                <a:cubicBezTo>
                  <a:pt x="6867337" y="452185"/>
                  <a:pt x="6867337" y="452185"/>
                  <a:pt x="6491457" y="772784"/>
                </a:cubicBezTo>
                <a:lnTo>
                  <a:pt x="6413765" y="839050"/>
                </a:lnTo>
                <a:lnTo>
                  <a:pt x="6411719" y="841273"/>
                </a:lnTo>
                <a:cubicBezTo>
                  <a:pt x="6411719" y="841273"/>
                  <a:pt x="6406881" y="841273"/>
                  <a:pt x="6406881" y="846531"/>
                </a:cubicBezTo>
                <a:cubicBezTo>
                  <a:pt x="6402043" y="851789"/>
                  <a:pt x="6392367" y="857047"/>
                  <a:pt x="6382691" y="857047"/>
                </a:cubicBezTo>
                <a:lnTo>
                  <a:pt x="6374171" y="857047"/>
                </a:lnTo>
                <a:lnTo>
                  <a:pt x="6368680" y="857047"/>
                </a:lnTo>
                <a:lnTo>
                  <a:pt x="6348221" y="857047"/>
                </a:lnTo>
                <a:lnTo>
                  <a:pt x="6330248" y="857047"/>
                </a:lnTo>
                <a:lnTo>
                  <a:pt x="6266353" y="857047"/>
                </a:lnTo>
                <a:lnTo>
                  <a:pt x="6225932" y="857047"/>
                </a:lnTo>
                <a:lnTo>
                  <a:pt x="6106926" y="857047"/>
                </a:lnTo>
                <a:lnTo>
                  <a:pt x="6022790" y="857047"/>
                </a:lnTo>
                <a:lnTo>
                  <a:pt x="5844088" y="857047"/>
                </a:lnTo>
                <a:lnTo>
                  <a:pt x="5687880" y="857047"/>
                </a:lnTo>
                <a:lnTo>
                  <a:pt x="5451985" y="857047"/>
                </a:lnTo>
                <a:lnTo>
                  <a:pt x="5188261" y="857047"/>
                </a:lnTo>
                <a:lnTo>
                  <a:pt x="4904764" y="857047"/>
                </a:lnTo>
                <a:lnTo>
                  <a:pt x="4490989" y="857047"/>
                </a:lnTo>
                <a:lnTo>
                  <a:pt x="4176573" y="857047"/>
                </a:lnTo>
                <a:cubicBezTo>
                  <a:pt x="4176573" y="857047"/>
                  <a:pt x="4176573" y="857047"/>
                  <a:pt x="4099165" y="857047"/>
                </a:cubicBezTo>
                <a:cubicBezTo>
                  <a:pt x="4099165" y="857047"/>
                  <a:pt x="4099165" y="857047"/>
                  <a:pt x="4089943" y="857047"/>
                </a:cubicBezTo>
                <a:lnTo>
                  <a:pt x="4057940" y="857047"/>
                </a:lnTo>
                <a:lnTo>
                  <a:pt x="4025386" y="857047"/>
                </a:lnTo>
                <a:cubicBezTo>
                  <a:pt x="3988496" y="857047"/>
                  <a:pt x="3933162" y="857047"/>
                  <a:pt x="3850160" y="857047"/>
                </a:cubicBezTo>
                <a:lnTo>
                  <a:pt x="3563124" y="857047"/>
                </a:lnTo>
                <a:lnTo>
                  <a:pt x="3550795" y="857047"/>
                </a:lnTo>
                <a:lnTo>
                  <a:pt x="3508932" y="857047"/>
                </a:lnTo>
                <a:cubicBezTo>
                  <a:pt x="3508932" y="857047"/>
                  <a:pt x="3508932" y="857047"/>
                  <a:pt x="3483683" y="857047"/>
                </a:cubicBezTo>
                <a:lnTo>
                  <a:pt x="3464491" y="857047"/>
                </a:lnTo>
                <a:lnTo>
                  <a:pt x="3452740" y="857047"/>
                </a:lnTo>
                <a:lnTo>
                  <a:pt x="3423719" y="857047"/>
                </a:lnTo>
                <a:lnTo>
                  <a:pt x="3370481" y="857047"/>
                </a:lnTo>
                <a:lnTo>
                  <a:pt x="3306946" y="857047"/>
                </a:lnTo>
                <a:lnTo>
                  <a:pt x="3147208" y="857047"/>
                </a:lnTo>
                <a:lnTo>
                  <a:pt x="3114429" y="857047"/>
                </a:lnTo>
                <a:lnTo>
                  <a:pt x="2960658" y="857047"/>
                </a:lnTo>
                <a:lnTo>
                  <a:pt x="2827230" y="857047"/>
                </a:lnTo>
                <a:lnTo>
                  <a:pt x="2712413" y="857047"/>
                </a:lnTo>
                <a:lnTo>
                  <a:pt x="2680242" y="857047"/>
                </a:lnTo>
                <a:lnTo>
                  <a:pt x="2603835" y="857047"/>
                </a:lnTo>
                <a:lnTo>
                  <a:pt x="2455042" y="857047"/>
                </a:lnTo>
                <a:lnTo>
                  <a:pt x="2426415" y="857047"/>
                </a:lnTo>
                <a:lnTo>
                  <a:pt x="2209736" y="857047"/>
                </a:lnTo>
                <a:lnTo>
                  <a:pt x="1893047" y="857047"/>
                </a:lnTo>
                <a:cubicBezTo>
                  <a:pt x="1893047" y="857047"/>
                  <a:pt x="1893047" y="857047"/>
                  <a:pt x="1885034" y="857047"/>
                </a:cubicBezTo>
                <a:lnTo>
                  <a:pt x="1843786" y="857047"/>
                </a:lnTo>
                <a:lnTo>
                  <a:pt x="1828944" y="857047"/>
                </a:lnTo>
                <a:cubicBezTo>
                  <a:pt x="1764840" y="857047"/>
                  <a:pt x="1636634" y="857047"/>
                  <a:pt x="1380221" y="857047"/>
                </a:cubicBezTo>
                <a:lnTo>
                  <a:pt x="1333065" y="857047"/>
                </a:lnTo>
                <a:cubicBezTo>
                  <a:pt x="1136016" y="857047"/>
                  <a:pt x="910816" y="857047"/>
                  <a:pt x="653445" y="857047"/>
                </a:cubicBezTo>
                <a:cubicBezTo>
                  <a:pt x="653445" y="857047"/>
                  <a:pt x="653445" y="857047"/>
                  <a:pt x="0" y="857047"/>
                </a:cubicBezTo>
                <a:cubicBezTo>
                  <a:pt x="0" y="857047"/>
                  <a:pt x="0" y="857047"/>
                  <a:pt x="0" y="0"/>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noAutofit/>
          </a:bodyPr>
          <a:lstStyle/>
          <a:p>
            <a:endParaRPr lang="en-US"/>
          </a:p>
        </p:txBody>
      </p:sp>
      <p:pic>
        <p:nvPicPr>
          <p:cNvPr id="3" name="Picture 2" descr="A screenshot of a cell phone&#10;&#10;Description generated with very high confidence">
            <a:extLst>
              <a:ext uri="{FF2B5EF4-FFF2-40B4-BE49-F238E27FC236}">
                <a16:creationId xmlns:a16="http://schemas.microsoft.com/office/drawing/2014/main" id="{A7B778D6-F8FE-4F29-A886-C969739BC9C7}"/>
              </a:ext>
            </a:extLst>
          </p:cNvPr>
          <p:cNvPicPr>
            <a:picLocks noChangeAspect="1"/>
          </p:cNvPicPr>
          <p:nvPr/>
        </p:nvPicPr>
        <p:blipFill>
          <a:blip r:embed="rId3"/>
          <a:stretch>
            <a:fillRect/>
          </a:stretch>
        </p:blipFill>
        <p:spPr>
          <a:xfrm>
            <a:off x="7074745" y="1612983"/>
            <a:ext cx="4153750" cy="3626019"/>
          </a:xfrm>
          <a:prstGeom prst="rect">
            <a:avLst/>
          </a:prstGeom>
        </p:spPr>
      </p:pic>
    </p:spTree>
    <p:extLst>
      <p:ext uri="{BB962C8B-B14F-4D97-AF65-F5344CB8AC3E}">
        <p14:creationId xmlns:p14="http://schemas.microsoft.com/office/powerpoint/2010/main" val="2941935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3" name="Group 2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7" name="Rectangle 3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9"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1" name="Rectangle 40">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C55D210-F721-495A-B52F-C234F1E4379A}"/>
              </a:ext>
            </a:extLst>
          </p:cNvPr>
          <p:cNvSpPr>
            <a:spLocks noGrp="1"/>
          </p:cNvSpPr>
          <p:nvPr>
            <p:ph type="title"/>
          </p:nvPr>
        </p:nvSpPr>
        <p:spPr>
          <a:xfrm>
            <a:off x="540279" y="967417"/>
            <a:ext cx="3778870" cy="3943250"/>
          </a:xfrm>
        </p:spPr>
        <p:txBody>
          <a:bodyPr vert="horz" lIns="91440" tIns="45720" rIns="91440" bIns="45720" rtlCol="0" anchor="b">
            <a:normAutofit/>
          </a:bodyPr>
          <a:lstStyle/>
          <a:p>
            <a:r>
              <a:rPr lang="en-US" sz="4000" dirty="0">
                <a:solidFill>
                  <a:srgbClr val="FEFFFF"/>
                </a:solidFill>
              </a:rPr>
              <a:t>Measured Metrics – Quality Score</a:t>
            </a:r>
          </a:p>
        </p:txBody>
      </p:sp>
      <p:sp>
        <p:nvSpPr>
          <p:cNvPr id="45"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E714710E-9590-4ABD-BF82-48FFCA0A3E33}"/>
              </a:ext>
            </a:extLst>
          </p:cNvPr>
          <p:cNvPicPr>
            <a:picLocks noChangeAspect="1"/>
          </p:cNvPicPr>
          <p:nvPr/>
        </p:nvPicPr>
        <p:blipFill>
          <a:blip r:embed="rId3"/>
          <a:stretch>
            <a:fillRect/>
          </a:stretch>
        </p:blipFill>
        <p:spPr>
          <a:xfrm>
            <a:off x="5725650" y="1380272"/>
            <a:ext cx="5998447" cy="39791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55935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ircle: Hollow 8">
            <a:extLst>
              <a:ext uri="{FF2B5EF4-FFF2-40B4-BE49-F238E27FC236}">
                <a16:creationId xmlns:a16="http://schemas.microsoft.com/office/drawing/2014/main" id="{36D3E8E5-5D52-489D-B6FB-179FEDAA23CA}"/>
              </a:ext>
            </a:extLst>
          </p:cNvPr>
          <p:cNvSpPr/>
          <p:nvPr/>
        </p:nvSpPr>
        <p:spPr>
          <a:xfrm>
            <a:off x="4131734" y="1405467"/>
            <a:ext cx="4944534" cy="4047066"/>
          </a:xfrm>
          <a:prstGeom prst="donut">
            <a:avLst>
              <a:gd name="adj" fmla="val 103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03B2CDC3-B6F0-4BCC-ACC9-F648D8D6755F}"/>
              </a:ext>
            </a:extLst>
          </p:cNvPr>
          <p:cNvSpPr txBox="1"/>
          <p:nvPr/>
        </p:nvSpPr>
        <p:spPr>
          <a:xfrm>
            <a:off x="5300133" y="2692400"/>
            <a:ext cx="2692400" cy="1323439"/>
          </a:xfrm>
          <a:prstGeom prst="rect">
            <a:avLst/>
          </a:prstGeom>
          <a:noFill/>
        </p:spPr>
        <p:txBody>
          <a:bodyPr wrap="square" rtlCol="0">
            <a:spAutoFit/>
          </a:bodyPr>
          <a:lstStyle/>
          <a:p>
            <a:r>
              <a:rPr lang="en-US" sz="8000" b="1" dirty="0">
                <a:solidFill>
                  <a:srgbClr val="A53010"/>
                </a:solidFill>
              </a:rPr>
              <a:t>Q&amp;A</a:t>
            </a:r>
          </a:p>
        </p:txBody>
      </p:sp>
    </p:spTree>
    <p:extLst>
      <p:ext uri="{BB962C8B-B14F-4D97-AF65-F5344CB8AC3E}">
        <p14:creationId xmlns:p14="http://schemas.microsoft.com/office/powerpoint/2010/main" val="715157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C1B4C7-6ECC-4605-BE4D-99DA3EFAF6BC}"/>
              </a:ext>
            </a:extLst>
          </p:cNvPr>
          <p:cNvSpPr/>
          <p:nvPr/>
        </p:nvSpPr>
        <p:spPr>
          <a:xfrm>
            <a:off x="4285251" y="2967335"/>
            <a:ext cx="3621504"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Thank You</a:t>
            </a:r>
          </a:p>
        </p:txBody>
      </p:sp>
    </p:spTree>
    <p:extLst>
      <p:ext uri="{BB962C8B-B14F-4D97-AF65-F5344CB8AC3E}">
        <p14:creationId xmlns:p14="http://schemas.microsoft.com/office/powerpoint/2010/main" val="9698732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ART_0" val="eyIkaWQiOiIxIiwiQ3VsdHVyZUluZm9OYW1lIjoiZW4tVVMiLCJTdHlsZU5hbWUiOiJTdGFuZGFyZCIsIlZlcnNpb24iOnsiJGlkIjoiMiIsIlZlcnNpb24iOiIzLjEuMyIsIk9yaWdpbmFsQXNzZW1ibHlWZXJzaW9uIjoiMy4wMC4wNy4wMCIsIkVkaXRpb24iOiJCYXNpYyIsIklzUGx1c0VkaXRpb24iOmZhbHNlfSwiRWZmZWN0IjoxLCJTdHlsZSI6eyIkaWQiOiIzIiwiVGltZWJhbmRTdHlsZSI6eyIkaWQiOiI0IiwiU2NhbGVNYXJraW5nIjowLCJTaGFwZSI6MCwiU2hhcGVTdHlsZSI6eyIkaWQiOiI1IiwiTWFyZ2luIjp7IiRpZCI6IjYiLCJUb3AiOjAsIkxlZnQiOjEwLCJSaWdodCI6MTAsIkJvdHRvbSI6MH0sIlBhZGRpbmciOnsiJGlkIjoiNyIsIlRvcCI6NSwiTGVmdCI6MCwiUmlnaHQiOjAsIkJvdHRvbSI6NX0sIkJhY2tncm91bmQiOnsiJGlkIjoiOCIsIkNvbG9yIjp7IiRpZCI6IjkiLCJBIjoyNTUsIlIiOjMxLCJHIjo3MywiQiI6MTI1fX0sIklzVmlzaWJsZSI6dHJ1ZSwiV2lkdGgiOjg1OC4wLCJIZWlnaHQiOjMwLjAsIkJvcmRlclN0eWxlIjp7IiRpZCI6IjEwIiwiTGluZUNvbG9yIjp7IiRpZCI6IjExIiwiJHR5cGUiOiJOTFJFLkNvbW1vbi5Eb20uU29saWRDb2xvckJydXNoLCBOTFJFLkNvbW1vbiIsIkNvbG9yIjp7IiRpZCI6IjEyIiwiQSI6MjU1LCJSIjoyNTUsIkciOjAsIkIiOjB9fSwiTGluZVdlaWdodCI6MC4wLCJMaW5lVHlwZSI6MCwiUGFyZW50U3R5bGUiOm51bGx9LCJQYXJlbnRTdHlsZSI6bnVsbH0sIlJpZ2h0RW5kQ2Fwc1N0eWxlIjp7IiRpZCI6IjEzIiwiRm9udFNldHRpbmdzIjp7IiRpZCI6IjE0IiwiRm9udFNpemUiOjE4LCJGb250TmFtZSI6IkNhbGlicmkiLCJJc0JvbGQiOnRydWUsIklzSXRhbGljIjpmYWxzZSwiSXNVbmRlcmxpbmVkIjpmYWxzZSwiUGFyZW50U3R5bGUiOm51bGx9LCJBdXRvU2l6ZSI6MCwiRm9yZWdyb3VuZCI6eyIkaWQiOiIxNSIsIkNvbG9yIjp7IiRpZCI6IjE2IiwiQSI6MjU1LCJSIjoxOTIsIkciOjgwLCJCIjo3N3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AsIkJvdHRvbSI6MH0sIlBhZGRpbmciOnsiJGlkIjoiMTgiLCJUb3AiOjAsIkxlZnQiOjAsIlJpZ2h0IjowLCJCb3R0b20iOjB9LCJCYWNrZ3JvdW5kIjp7IiRpZCI6IjE5IiwiQ29sb3IiOnsiJGlkIjoiMjAiLCJBIjo4OSwiUiI6MCwiRyI6MCwiQiI6MH19LCJJc1Zpc2libGUiOnRydWUsIldpZHRoIjowLjAsIkhlaWdodCI6MC4wLCJCb3JkZXJTdHlsZSI6bnVsbCwiUGFyZW50U3R5bGUiOm51bGx9LCJMZWZ0RW5kQ2Fwc1N0eWxlIjp7IiRpZCI6IjIxIiwiRm9udFNldHRpbmdzIjp7IiRpZCI6IjIyIiwiRm9udFNpemUiOjE4LCJGb250TmFtZSI6IkNhbGlicmkiLCJJc0JvbGQiOnRydWUsIklzSXRhbGljIjpmYWxzZSwiSXNVbmRlcmxpbmVkIjpmYWxzZSwiUGFyZW50U3R5bGUiOm51bGx9LCJBdXRvU2l6ZSI6MCwiRm9yZWdyb3VuZCI6eyIkaWQiOiIyMyIsIkNvbG9yIjp7IiRpZCI6IjI0IiwiQSI6MjU1LCJSIjoxOTIsIkciOjgwLCJCIjo3N319LCJNYXhXaWR0aCI6IkluZmluaXR5IiwiTWF4SGVpZ2h0IjoiSW5maW5pdHkiLCJTbWFydEZvcmVncm91bmRJc0FjdGl2ZSI6ZmFsc2UsIkhvcml6b250YWxBbGlnbm1lbnQiOjAsIlZlcnRpY2FsQWxpZ25tZW50IjowLCJTbWFydEZvcmVncm91bmQiOm51bGwsIkJhY2tncm91bmRGaWxsVHlwZSI6MCwiTWFyZ2luIjp7IiRpZCI6IjI1IiwiVG9wIjowLCJMZWZ0IjoyMCwiUmlnaHQiOjAsIkJvdHRvbSI6MH0sIlBhZGRpbmciOnsiJGlkIjoiMjYiLCJUb3AiOjAsIkxlZnQiOjAsIlJpZ2h0IjowLCJCb3R0b20iOjB9LCJCYWNrZ3JvdW5kIjp7IiRpZCI6IjI3IiwiQ29sb3IiOnsiJHJlZiI6IjIwIn19LCJJc1Zpc2libGUiOnRydWUsIldpZHRoIjowLjAsIkhlaWdodCI6MC4wLCJCb3JkZXJTdHlsZSI6bnVsbCwiUGFyZW50U3R5bGUiOm51bGx9LCJUb2RheVRleHRTdHlsZSI6eyIkaWQiOiIyOCIsIkZvbnRTZXR0aW5ncyI6eyIkaWQiOiIyOSIsIkZvbnRTaXplIjoxMi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IiLCJUb3AiOjAsIkxlZnQiOjAsIlJpZ2h0IjowLCJCb3R0b20iOjB9LCJQYWRkaW5nIjp7IiRpZCI6IjMzIiwiVG9wIjowLCJMZWZ0IjowLCJSaWdodCI6MCwiQm90dG9tIjowfSwiQmFja2dyb3VuZCI6eyIkaWQiOiIzNCIsIkNvbG9yIjp7IiRyZWYiOiIyMCJ9fSwiSXNWaXNpYmxlIjp0cnVlLCJXaWR0aCI6MC4wLCJIZWlnaHQiOjAuMCwiQm9yZGVyU3R5bGUiOm51bGwsIlBhcmVudFN0eWxlIjpudWxsfSwiVG9kYXlNYXJrZXJTdHlsZSI6eyIkaWQiOiIzNSIsIk1hcmdpbiI6eyIkaWQiOiIzNiIsIlRvcCI6MCwiTGVmdCI6MCwiUmlnaHQiOjAsIkJvdHRvbSI6MH0sIlBhZGRpbmciOnsiJGlkIjoiMzciLCJUb3AiOjAsIkxlZnQiOjAsIlJpZ2h0IjowLCJCb3R0b20iOjB9LCJCYWNrZ3JvdW5kIjp7IiRpZCI6IjM4IiwiQ29sb3IiOnsiJGlkIjoiMzkiLCJBIjoyNTUsIlIiOjI1NSwiRyI6MCwiQiI6M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iLCJUb3AiOjAsIkxlZnQiOjUsIlJpZ2h0IjowLCJCb3R0b20iOjB9LCJQYWRkaW5nIjp7IiRpZCI6IjQ1IiwiVG9wIjowLCJMZWZ0IjowLCJSaWdodCI6MCwiQm90dG9tIjowfSwiQmFja2dyb3VuZCI6eyIkaWQiOiI0NiIsIkNvbG9yIjp7IiRyZWYiOiIyMCJ9fSwiSXNWaXNpYmxlIjp0cnVlLCJXaWR0aCI6MC4wLCJIZWlnaHQiOjAuMCwiQm9yZGVyU3R5bGUiOm51bGwsIlBhcmVudFN0eWxlIjpudWxsfSwiRWxhcHNlZFRpbWVCYWNrZ3JvdW5kIjp7IiRpZCI6IjQ3IiwiQ29sb3IiOnsiJGlkIjoiNDgiLCJBIjoxOTEsIlIiOjI1NSwiRyI6MCwiQiI6MH19LCJBcHBlbmRZZWFyT25ZZWFyQ2hhbmdlIjp0cnVlLCJFbGFwc2VkVGltZUZvcm1hdCI6MiwiVG9kYXlNYXJrZXJQb3NpdGlvbiI6MiwiUXVpY2tQb3NpdGlvbiI6MiwiQWJzb2x1dGVQb3NpdGlvbiI6NDA1LjAsIk1hcmdpbiI6eyIkaWQiOiI0OSIsIlRvcCI6MCwiTGVmdCI6MTAsIlJpZ2h0IjoxMCwiQm90dG9tIjowfSwiUGFkZGluZyI6eyIkaWQiOiI1MCIsIlRvcCI6MCwiTGVmdCI6MCwiUmlnaHQiOjAsIkJvdHRvbSI6MH0sIkJhY2tncm91bmQiOnsiJGlkIjoiNTEiLCJDb2xvciI6eyIkaWQiOiI1MiIsIkEiOjI1NSwiUiI6MzEsIkciOjczLCJCIjoxMjV9fSwiSXNWaXNpYmxlIjp0cnVlLCJXaWR0aCI6MC4wLCJIZWlnaHQiOjAuMCwiQm9yZGVyU3R5bGUiOm51bGwsIlBhcmVudFN0eWxlIjpudWxsfSwiRGVmYXVsdE1pbGVzdG9uZVN0eWxlIjp7IiRpZCI6IjUzIiwiU2hhcGUiOjIsIkNvbm5lY3Rvck1hcmdpbiI6eyIkaWQiOiI1NCIsIlRvcCI6MCwiTGVmdCI6MiwiUmlnaHQiOjIsIkJvdHRvbSI6MH0sIkNvbm5lY3RvclN0eWxlIjp7IiRpZCI6IjU1IiwiTGluZUNvbG9yIjp7IiRpZCI6IjU2IiwiJHR5cGUiOiJOTFJFLkNvbW1vbi5Eb20uU29saWRDb2xvckJydXNoLCBOTFJFLkNvbW1vbiIsIkNvbG9yIjp7IiRpZCI6IjU3IiwiQSI6MjU1LCJSIjozMSwiRyI6NzMsIkIiOjEyNn19LCJMaW5lV2VpZ2h0IjoxLjAsIkxpbmVUeXBlIjowLCJQYXJlbnRTdHlsZSI6bnVsbH0sIklzQmVsb3dUaW1lYmFuZCI6ZmFsc2UsIkhpZGVEYXRlIjpmYWxzZSwiU2hhcGVTaXplIjoxLCJTcGFjaW5nIjox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CwiRyI6MTE0LCJCIjoxODh9fSwiSXNWaXNpYmxlIjp0cnVlLCJXaWR0aCI6MTguMCwiSGVpZ2h0IjoyMC4wLCJCb3JkZXJTdHlsZSI6eyIkaWQiOiI2NCIsIkxpbmVDb2xvciI6eyIkaWQiOiI2NSIsIiR0eXBlIjoiTkxSRS5Db21tb24uRG9tLlNvbGlkQ29sb3JCcnVzaCwgTkxSRS5Db21tb24iLCJDb2xvciI6eyIkaWQiOiI2NiIsIkEiOjI1NSwiUiI6MjU1LCJHIjowLCJCIjowfX0sIkxpbmVXZWlnaHQiOjAuMCwiTGluZVR5cGUiOjAsIlBhcmVudFN0eWxlIjpudWxsfSwiUGFyZW50U3R5bGUiOm51bGx9LCJUaXRsZVN0eWxlIjp7IiRpZCI6IjY3IiwiRm9udFNldHRpbmdzIjp7IiRpZCI6IjY4IiwiRm9udFNpemUiOjExLCJGb250TmFtZSI6IkNhbGlicmkiLCJJc0JvbGQiOnRydWUsIklzSXRhbGljIjpmYWxzZSwiSXNVbmRlcmxpbmVkIjpmYWxzZSwiUGFyZW50U3R5bGUiOm51bGx9LCJBdXRvU2l6ZSI6MCwiRm9yZWdyb3VuZCI6eyIkaWQiOiI2OSIsIkNvbG9yIjp7IiRpZCI6Ijcw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cxIiwiVG9wIjowLCJMZWZ0IjowLCJSaWdodCI6MCwiQm90dG9tIjowfSwiUGFkZGluZyI6eyIkaWQiOiI3MiIsIlRvcCI6MCwiTGVmdCI6MCwiUmlnaHQiOjAsIkJvdHRvbSI6MH0sIkJhY2tncm91bmQiOnsiJGlkIjoiNzMiLCJDb2xvciI6eyIkcmVmIjoiMjAifX0sIklzVmlzaWJsZSI6dHJ1ZSwiV2lkdGgiOjAuMCwiSGVpZ2h0IjowLjAsIkJvcmRlclN0eWxlIjpudWxsLCJQYXJlbnRTdHlsZSI6bnVsbH0sIkRhdGVTdHlsZSI6eyIkaWQiOiI3NCIsIkZvbnRTZXR0aW5ncyI6eyIkaWQiOiI3NSIsIkZvbnRTaXplIjoxMCwiRm9udE5hbWUiOiJDYWxpYnJpIiwiSXNCb2xkIjpmYWxzZSwiSXNJdGFsaWMiOmZhbHNlLCJJc1VuZGVybGluZWQiOmZhbHNlLCJQYXJlbnRTdHlsZSI6bnVsbH0sIkF1dG9TaXplIjowLCJGb3JlZ3JvdW5kIjp7IiRpZCI6Ijc2IiwiQ29sb3IiOnsiJGlkIjoiNzciLCJBIjoyNTUsIlIiOjMxLCJHIjo3MywiQiI6MTI2fX0sIk1heFdpZHRoIjoyMDAuMCwiTWF4SGVpZ2h0IjoiSW5maW5pdHkiLCJTbWFydEZvcmVncm91bmRJc0FjdGl2ZSI6ZmFsc2UsIkhvcml6b250YWxBbGlnbm1lbnQiOjAsIlZlcnRpY2FsQWxpZ25tZW50IjowLCJTbWFydEZvcmVncm91bmQiOm51bGwsIkJhY2tncm91bmRGaWxsVHlwZSI6MCwiTWFyZ2luIjp7IiRpZCI6Ijc4IiwiVG9wIjowLCJMZWZ0IjowLCJSaWdodCI6MCwiQm90dG9tIjowfSwiUGFkZGluZyI6eyIkaWQiOiI3OSIsIlRvcCI6MCwiTGVmdCI6MCwiUmlnaHQiOjAsIkJvdHRvbSI6MH0sIkJhY2tncm91bmQiOnsiJGlkIjoiODAiLCJDb2xvciI6eyIkcmVmIjoiMjAifX0sIklzVmlzaWJsZSI6dHJ1ZSwiV2lkdGgiOjAuMCwiSGVpZ2h0IjowLjAsIkJvcmRlclN0eWxlIjpudWxsLCJQYXJlbnRTdHlsZSI6bnVsbH0sIkRhdGVGb3JtYXQiOnsiJGlkIjoiODEiLCJGb3JtYXRTdHJpbmciOiJNL2QveXl5eSIsIlNlcGFyYXRvciI6Ii8iLCJVc2VJbnRlcm5hdGlvbmFsRGF0ZUZvcm1hdCI6ZmFsc2UsIkRhdGVJc1Zpc2libGUiOnRydWUsIlRpbWVJc1Zpc2libGUiOmZhbHNlLCJIb3VyRGlnaXRzIjowLCJBbVBtRGVzaWduYXRvciI6MCwiVHJpbTAwTWludXRlcyI6ZmFsc2UsIkxhc3RLbm93blZpc2liaWxpdHlTdGF0ZSI6bnVsbH0sIklzVmlzaWJsZSI6dHJ1ZSwiUGFyZW50U3R5bGUiOm51bGx9LCJEZWZhdWx0VGFza1N0eWxlIjp7IiRpZCI6IjgyIiwiU2hhcGUiOjAsIlNoYXBlVGhpY2tuZXNzIjoxLCJEdXJhdGlvbkZvcm1hdCI6MCwiSW5jbHVkZU5vbldvcmtpbmdEYXlzSW5EdXJhdGlvbiI6dHJ1ZSwiUGVyY2VudGFnZUNvbXBsZXRlU3R5bGUiOnsiJGlkIjoiODMiLCJGb250U2V0dGluZ3MiOnsiJGlkIjoiODQiLCJGb250U2l6ZSI6MTAsIkZvbnROYW1lIjoiQ2FsaWJyaSIsIklzQm9sZCI6ZmFsc2UsIklzSXRhbGljIjpmYWxzZSwiSXNVbmRlcmxpbmVkIjpmYWxzZSwiUGFyZW50U3R5bGUiOm51bGx9LCJBdXRvU2l6ZSI6MCwiRm9yZWdyb3VuZCI6eyIkaWQiOiI4NSIsIkNvbG9yIjp7IiRpZCI6Ijg2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NyIsIlRvcCI6MCwiTGVmdCI6MCwiUmlnaHQiOjAsIkJvdHRvbSI6MH0sIlBhZGRpbmciOnsiJGlkIjoiODgiLCJUb3AiOjAsIkxlZnQiOjAsIlJpZ2h0IjowLCJCb3R0b20iOjB9LCJCYWNrZ3JvdW5kIjp7IiRpZCI6Ijg5IiwiQ29sb3IiOnsiJHJlZiI6IjIwIn19LCJJc1Zpc2libGUiOnRydWUsIldpZHRoIjowLjAsIkhlaWdodCI6MC4wLCJCb3JkZXJTdHlsZSI6bnVsbCwiUGFyZW50U3R5bGUiOm51bGx9LCJEdXJhdGlvblN0eWxlIjp7IiRpZCI6IjkwIiwiRm9udFNldHRpbmdzIjp7IiRpZCI6IjkxIiwiRm9udFNpemUiOjEwLCJGb250TmFtZSI6IkNhbGlicmkiLCJJc0JvbGQiOmZhbHNlLCJJc0l0YWxpYyI6ZmFsc2UsIklzVW5kZXJsaW5lZCI6ZmFsc2UsIlBhcmVudFN0eWxlIjpudWxsfSwiQXV0b1NpemUiOjAsIkZvcmVncm91bmQiOnsiJGlkIjoiOTIiLCJDb2xvciI6eyIkaWQiOiI5M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TQiLCJUb3AiOjAsIkxlZnQiOjAsIlJpZ2h0IjowLCJCb3R0b20iOjB9LCJQYWRkaW5nIjp7IiRpZCI6Ijk1IiwiVG9wIjowLCJMZWZ0IjowLCJSaWdodCI6MCwiQm90dG9tIjowfSwiQmFja2dyb3VuZCI6eyIkaWQiOiI5NiIsIkNvbG9yIjp7IiRyZWYiOiIyMCJ9fSwiSXNWaXNpYmxlIjp0cnVlLCJXaWR0aCI6MC4wLCJIZWlnaHQiOjAuMCwiQm9yZGVyU3R5bGUiOm51bGwsIlBhcmVudFN0eWxlIjpudWxsfSwiSG9yaXpvbnRhbENvbm5lY3RvclN0eWxlIjp7IiRpZCI6Ijk3IiwiTGluZUNvbG9yIjp7IiRpZCI6Ijk4IiwiJHR5cGUiOiJOTFJFLkNvbW1vbi5Eb20uU29saWRDb2xvckJydXNoLCBOTFJFLkNvbW1vbiIsIkNvbG9yIjp7IiRpZCI6Ijk5IiwiQSI6MjU1LCJSIjoyMDQsIkciOjIwNCwiQiI6MjA0fX0sIkxpbmVXZWlnaHQiOjEuMCwiTGluZVR5cGUiOjAsIlBhcmVudFN0eWxlIjpudWxsfSwiVmVydGljYWxDb25uZWN0b3JTdHlsZSI6eyIkaWQiOiIxMDAiLCJMaW5lQ29sb3IiOnsiJGlkIjoiMTAxIiwiJHR5cGUiOiJOTFJFLkNvbW1vbi5Eb20uU29saWRDb2xvckJydXNoLCBOTFJFLkNvbW1vbiIsIkNvbG9yIjp7IiRpZCI6IjEwMi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1LCJJc0JlbG93VGltZWJhbmQiOmZhbHNlLCJQZXJjZW50YWdlQ29tcGxldGVTaGFwZU9wYWNpdHkiOjM1LCJTaGFwZVN0eWxlIjp7IiRpZCI6IjEwMyIsIk1hcmdpbiI6eyIkaWQiOiIxMDQiLCJUb3AiOjAsIkxlZnQiOjQsIlJpZ2h0Ijo0LCJCb3R0b20iOjB9LCJQYWRkaW5nIjp7IiRpZCI6IjEwNSIsIlRvcCI6MCwiTGVmdCI6MCwiUmlnaHQiOjAsIkJvdHRvbSI6MH0sIkJhY2tncm91bmQiOnsiJGlkIjoiMTA2IiwiQ29sb3IiOnsiJGlkIjoiMTA3IiwiQSI6MjU1LCJSIjowLCJHIjoxMTQsIkIiOjE4OH19LCJJc1Zpc2libGUiOnRydWUsIldpZHRoIjowLjAsIkhlaWdodCI6MTYuMCwiQm9yZGVyU3R5bGUiOnsiJGlkIjoiMTA4IiwiTGluZUNvbG9yIjp7IiRpZCI6IjEwOSIsIiR0eXBlIjoiTkxSRS5Db21tb24uRG9tLlNvbGlkQ29sb3JCcnVzaCwgTkxSRS5Db21tb24iLCJDb2xvciI6eyIkaWQiOiIxMTAiLCJBIjoyNTUsIlIiOjI1NSwiRyI6MCwiQiI6MH19LCJMaW5lV2VpZ2h0IjowLjAsIkxpbmVUeXBlIjowLCJQYXJlbnRTdHlsZSI6bnVsbH0sIlBhcmVudFN0eWxlIjpudWxsfSwiVGl0bGVTdHlsZSI6eyIkaWQiOiIxMTEiLCJGb250U2V0dGluZ3MiOnsiJGlkIjoiMTEyIiwiRm9udFNpemUiOjExLCJGb250TmFtZSI6IkNhbGlicmkiLCJJc0JvbGQiOnRydWUsIklzSXRhbGljIjpmYWxzZSwiSXNVbmRlcmxpbmVkIjpmYWxzZSwiUGFyZW50U3R5bGUiOm51bGx9LCJBdXRvU2l6ZSI6MCwiRm9yZWdyb3VuZCI6eyIkaWQiOiIxMTMiLCJDb2xvciI6eyIkaWQiOiIxMTQ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1IiwiVG9wIjowLCJMZWZ0IjowLCJSaWdodCI6MCwiQm90dG9tIjowfSwiUGFkZGluZyI6eyIkaWQiOiIxMTYiLCJUb3AiOjAsIkxlZnQiOjAsIlJpZ2h0IjowLCJCb3R0b20iOjB9LCJCYWNrZ3JvdW5kIjp7IiRpZCI6IjExNyIsIkNvbG9yIjp7IiRyZWYiOiIyMCJ9fSwiSXNWaXNpYmxlIjp0cnVlLCJXaWR0aCI6MC4wLCJIZWlnaHQiOjAuMCwiQm9yZGVyU3R5bGUiOm51bGwsIlBhcmVudFN0eWxlIjpudWxsfSwiRGF0ZVN0eWxlIjp7IiRpZCI6IjExOCIsIkZvbnRTZXR0aW5ncyI6eyIkaWQiOiIxMTkiLCJGb250U2l6ZSI6MTAsIkZvbnROYW1lIjoiQ2FsaWJyaSIsIklzQm9sZCI6ZmFsc2UsIklzSXRhbGljIjpmYWxzZSwiSXNVbmRlcmxpbmVkIjpmYWxzZSwiUGFyZW50U3R5bGUiOm51bGx9LCJBdXRvU2l6ZSI6MCwiRm9yZWdyb3VuZCI6eyIkaWQiOiIxMjAiLCJDb2xvciI6eyIkaWQiOiIxMjEiLCJBIjoyNTUsIlIiOjMxLCJHIjo3MywiQiI6MTI2fX0sIk1heFdpZHRoIjoyMDAuMCwiTWF4SGVpZ2h0IjoiSW5maW5pdHkiLCJTbWFydEZvcmVncm91bmRJc0FjdGl2ZSI6ZmFsc2UsIkhvcml6b250YWxBbGlnbm1lbnQiOjAsIlZlcnRpY2FsQWxpZ25tZW50IjowLCJTbWFydEZvcmVncm91bmQiOm51bGwsIkJhY2tncm91bmRGaWxsVHlwZSI6MCwiTWFyZ2luIjp7IiRpZCI6IjEyMiIsIlRvcCI6MCwiTGVmdCI6MCwiUmlnaHQiOjAsIkJvdHRvbSI6MH0sIlBhZGRpbmciOnsiJGlkIjoiMTIzIiwiVG9wIjowLCJMZWZ0IjowLCJSaWdodCI6MCwiQm90dG9tIjowfSwiQmFja2dyb3VuZCI6eyIkaWQiOiIxMjQiLCJDb2xvciI6eyIkcmVmIjoiMjAifX0sIklzVmlzaWJsZSI6dHJ1ZSwiV2lkdGgiOjAuMCwiSGVpZ2h0IjowLjAsIkJvcmRlclN0eWxlIjpudWxsLCJQYXJlbnRTdHlsZSI6bnVsbH0sIkRhdGVGb3JtYXQiOnsiJGlkIjoiMTI1IiwiRm9ybWF0U3RyaW5nIjoiTS9kL3l5eXkiLCJTZXBhcmF0b3IiOiIvIiwiVXNlSW50ZXJuYXRpb25hbERhdGVGb3JtYXQiOmZhbHNlLCJEYXRlSXNWaXNpYmxlIjp0cnVlLCJUaW1lSXNWaXNpYmxlIjpmYWxzZSwiSG91ckRpZ2l0cyI6MCwiQW1QbURlc2lnbmF0b3IiOjAsIlRyaW0wME1pbnV0ZXMiOmZhbHNlLCJMYXN0S25vd25WaXNpYmlsaXR5U3RhdGUiOm51bGx9LCJJc1Zpc2libGUiOnRydWUsIlBhcmVudFN0eWxlIjpudWxsLCJfZXhwbGljaXRseVNldCI6eyIkaWQiOiIxMjY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TaG93RWxhcHNlZFRpbWVHcmFkaWVudFN0eWxlIjpmYWxzZX0sIlNjYWxlIjp7IiRpZCI6IjEyNyIsIlN0YXJ0RGF0ZSI6IjIwMTctMDEtMzBUMjM6NTk6MDAiLCJFbmREYXRlIjoiMjAxOS0wMS0yNVQyMzo1OTowMCIsIkZvcm1hdCI6ImQiLCJUeXBlIjowLCJBdXRvRGF0ZVJhbmdlIjp0cnVlLCJXb3JraW5nRGF5cyI6MTI3LCJUb2RheU1hcmtlclRleHQiOiJUb2RheSIsIkF1dG9TY2FsZVR5cGUiOmZhbHNlfSwiTWlsZXN0b25lcyI6W3siJGlkIjoiMTI4IiwiRGF0ZSI6IjIwMTktMDEtMDNUMjM6NTk6MDBaIiwiU3R5bGUiOnsiJGlkIjoiMTI5IiwiU2hhcGUiOjIsIkNvbm5lY3Rvck1hcmdpbiI6eyIkcmVmIjoiNTQifSwiQ29ubmVjdG9yU3R5bGUiOnsiJGlkIjoiMTMwIiwiTGluZUNvbG9yIjp7IiRpZCI6IjEzMSIsIiR0eXBlIjoiTkxSRS5Db21tb24uRG9tLlNvbGlkQ29sb3JCcnVzaCwgTkxSRS5Db21tb24iLCJDb2xvciI6eyIkaWQiOiIxMzIiLCJBIjo4OSwiUiI6NjgsIkciOjg0LCJCIjoxMDZ9fSwiTGluZVdlaWdodCI6MS4wLCJMaW5lVHlwZSI6MCwiUGFyZW50U3R5bGUiOnsiJHJlZiI6IjU1In19LCJJc0JlbG93VGltZWJhbmQiOmZhbHNlLCJIaWRlRGF0ZSI6ZmFsc2UsIlNoYXBlU2l6ZSI6MSwiU3BhY2luZyI6MS4wLCJQYWRkaW5nIjp7IiRyZWYiOiI1OCJ9LCJTaGFwZVN0eWxlIjp7IiRpZCI6IjEzMyIsIk1hcmdpbiI6eyIkcmVmIjoiNjAifSwiUGFkZGluZyI6eyIkcmVmIjoiNjEifSwiQmFja2dyb3VuZCI6eyIkaWQiOiIxMzQiLCJDb2xvciI6eyIkaWQiOiIxMzUiLCJBIjoyNTUsIlIiOjExMiwiRyI6NDgsIkIiOjE2MH19LCJJc1Zpc2libGUiOnRydWUsIldpZHRoIjoxOC4wLCJIZWlnaHQiOjIwLjAsIkJvcmRlclN0eWxlIjp7IiRpZCI6IjEzNiIsIkxpbmVDb2xvciI6eyIkcmVmIjoiNjUifSwiTGluZVdlaWdodCI6MC4wLCJMaW5lVHlwZSI6MCwiUGFyZW50U3R5bGUiOnsiJHJlZiI6IjY0In19LCJQYXJlbnRTdHlsZSI6eyIkcmVmIjoiNTkifX0sIlRpdGxlU3R5bGUiOnsiJGlkIjoiMTM3IiwiRm9udFNldHRpbmdzIjp7IiRpZCI6IjEzOCIsIkZvbnRTaXplIjoxMSwiRm9udE5hbWUiOiJDYWxpYnJpIiwiSXNCb2xkIjp0cnVlLCJJc0l0YWxpYyI6ZmFsc2UsIklzVW5kZXJsaW5lZCI6ZmFsc2UsIlBhcmVudFN0eWxlIjp7IiRyZWYiOiI2OCJ9fSwiQXV0b1NpemUiOjAsIkZvcmVncm91bmQiOnsiJHJlZiI6IjY5In0sIk1heFdpZHRoIjoyMDAuMCwiTWF4SGVpZ2h0IjoiSW5maW5pdHkiLCJTbWFydEZvcmVncm91bmRJc0FjdGl2ZSI6ZmFsc2UsIkhvcml6b250YWxBbGlnbm1lbnQiOjAsIlZlcnRpY2FsQWxpZ25tZW50IjowLCJTbWFydEZvcmVncm91bmQiOm51bGwsIkJhY2tncm91bmRGaWxsVHlwZSI6MCwiTWFyZ2luIjp7IiRyZWYiOiI3MSJ9LCJQYWRkaW5nIjp7IiRyZWYiOiI3MiJ9LCJCYWNrZ3JvdW5kIjp7IiRyZWYiOiI3MyJ9LCJJc1Zpc2libGUiOnRydWUsIldpZHRoIjowLjAsIkhlaWdodCI6MC4wLCJCb3JkZXJTdHlsZSI6eyIkaWQiOiIxMzkiLCJMaW5lQ29sb3IiOm51bGwsIkxpbmVXZWlnaHQiOjAuMCwiTGluZVR5cGUiOjAsIlBhcmVudFN0eWxlIjpudWxsfSwiUGFyZW50U3R5bGUiOnsiJHJlZiI6IjY3In19LCJEYXRlU3R5bGUiOnsiJGlkIjoiMTQwIiwiRm9udFNldHRpbmdzIjp7IiRpZCI6IjE0MSIsIkZvbnRTaXplIjoxMCwiRm9udE5hbWUiOiJDYWxpYnJpIiwiSXNCb2xkIjpmYWxzZSwiSXNJdGFsaWMiOmZhbHNlLCJJc1VuZGVybGluZWQiOmZhbHNlLCJQYXJlbnRTdHlsZSI6eyIkcmVmIjoiNzUifX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ODAifSwiSXNWaXNpYmxlIjp0cnVlLCJXaWR0aCI6MC4wLCJIZWlnaHQiOjAuMCwiQm9yZGVyU3R5bGUiOnsiJGlkIjoiMTQyIiwiTGluZUNvbG9yIjpudWxsLCJMaW5lV2VpZ2h0IjowLjAsIkxpbmVUeXBlIjowLCJQYXJlbnRTdHlsZSI6bnVsbH0sIlBhcmVudFN0eWxlIjp7IiRyZWYiOiI3NCJ9fSwiRGF0ZUZvcm1hdCI6eyIkcmVmIjoiODEifSwiSXNWaXNpYmxlIjp0cnVlLCJQYXJlbnRTdHlsZSI6eyIkcmVmIjoiNTMifX0sIkluZGV4IjoxLCJQZXJjZW50YWdlQ29tcGxldGUiOm51bGwsIlBvc2l0aW9uIjp7IlJhdGlvIjowLjAsIklzQ3VzdG9tIjpmYWxzZX0sIkRhdGVGb3JtYXQiOnsiJHJlZiI6IjgxIn0sIklkIjoiOGNjMWJhNjItYmM5Mi00NzkzLTk5ZjMtOTlmMWRhYWM4ZDA3IiwiSW1wb3J0SWQiOm51bGwsIlRpdGxlIjoiRGV2IFMxIFN0YXJ0IiwiTm90ZSI6bnVsbCwiSHlwZXJsaW5rIjpudWxsLCJJc0NoYW5nZWQiOmZhbHNlLCJJc05ldyI6ZmFsc2V9LHsiJGlkIjoiMTQzIiwiRGF0ZSI6IjIwMTktMDEtMTZUMjM6NTk6MDBaIiwiU3R5bGUiOnsiJGlkIjoiMTQ0IiwiU2hhcGUiOjIsIkNvbm5lY3Rvck1hcmdpbiI6eyIkcmVmIjoiNTQifSwiQ29ubmVjdG9yU3R5bGUiOnsiJGlkIjoiMTQ1IiwiTGluZUNvbG9yIjp7IiRyZWYiOiI1NiJ9LCJMaW5lV2VpZ2h0IjoxLjAsIkxpbmVUeXBlIjowLCJQYXJlbnRTdHlsZSI6bnVsbH0sIklzQmVsb3dUaW1lYmFuZCI6ZmFsc2UsIkhpZGVEYXRlIjpmYWxzZSwiU2hhcGVTaXplIjoxLCJTcGFjaW5nIjoxLjAsIlBhZGRpbmciOnsiJHJlZiI6IjU4In0sIlNoYXBlU3R5bGUiOnsiJGlkIjoiMTQ2IiwiTWFyZ2luIjp7IiRyZWYiOiI2MCJ9LCJQYWRkaW5nIjp7IiRyZWYiOiI2MSJ9LCJCYWNrZ3JvdW5kIjp7IiRpZCI6IjE0NyIsIkNvbG9yIjp7IiRpZCI6IjE0OCIsIkEiOjI1NSwiUiI6MTE4LCJHIjoxMTEsIkIiOjg0fX0sIklzVmlzaWJsZSI6dHJ1ZSwiV2lkdGgiOjE4LjAsIkhlaWdodCI6MjAuMCwiQm9yZGVyU3R5bGUiOnsiJGlkIjoiMTQ5IiwiTGluZUNvbG9yIjp7IiRyZWYiOiI2NSJ9LCJMaW5lV2VpZ2h0IjowLjAsIkxpbmVUeXBlIjowLCJQYXJlbnRTdHlsZSI6bnVsbH0sIlBhcmVudFN0eWxlIjpudWxsfSwiVGl0bGVTdHlsZSI6eyIkaWQiOiIxNTAiLCJGb250U2V0dGluZ3MiOnsiJGlkIjoiMTUx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HJlZiI6IjczIn0sIklzVmlzaWJsZSI6dHJ1ZSwiV2lkdGgiOjAuMCwiSGVpZ2h0IjowLjAsIkJvcmRlclN0eWxlIjp7IiRpZCI6IjE1MiIsIkxpbmVDb2xvciI6bnVsbCwiTGluZVdlaWdodCI6MC4wLCJMaW5lVHlwZSI6MCwiUGFyZW50U3R5bGUiOm51bGx9LCJQYXJlbnRTdHlsZSI6bnVsbH0sIkRhdGVTdHlsZSI6eyIkaWQiOiIxNTMiLCJGb250U2V0dGluZ3MiOnsiJGlkIjoiMTU0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NTUiLCJMaW5lQ29sb3IiOm51bGwsIkxpbmVXZWlnaHQiOjAuMCwiTGluZVR5cGUiOjAsIlBhcmVudFN0eWxlIjpudWxsfSwiUGFyZW50U3R5bGUiOm51bGx9LCJEYXRlRm9ybWF0Ijp7IiRyZWYiOiI4MSJ9LCJJc1Zpc2libGUiOnRydWUsIlBhcmVudFN0eWxlIjpudWxsfSwiSW5kZXgiOjIsIlBlcmNlbnRhZ2VDb21wbGV0ZSI6bnVsbCwiUG9zaXRpb24iOnsiUmF0aW8iOjAuMCwiSXNDdXN0b20iOmZhbHNlfSwiRGF0ZUZvcm1hdCI6eyIkcmVmIjoiODEifSwiSWQiOiI1NzcyNjRmMy0xNDJmLTRjNzUtOGY3MS1iOThhZjU0NjNhMzIiLCJJbXBvcnRJZCI6bnVsbCwiVGl0bGUiOiJEZXYgUzEgRW5kIiwiTm90ZSI6bnVsbCwiSHlwZXJsaW5rIjpudWxsLCJJc0NoYW5nZWQiOmZhbHNlLCJJc05ldyI6ZmFsc2V9LHsiJGlkIjoiMTU2IiwiRGF0ZSI6IjIwMTktMDEtMTBUMjM6NTk6MDBaIiwiU3R5bGUiOnsiJGlkIjoiMTU3IiwiU2hhcGUiOjIsIkNvbm5lY3Rvck1hcmdpbiI6eyIkcmVmIjoiNTQifSwiQ29ubmVjdG9yU3R5bGUiOnsiJGlkIjoiMTU4IiwiTGluZUNvbG9yIjp7IiRpZCI6IjE1OSIsIiR0eXBlIjoiTkxSRS5Db21tb24uRG9tLlNvbGlkQ29sb3JCcnVzaCwgTkxSRS5Db21tb24iLCJDb2xvciI6eyIkaWQiOiIxNjAiLCJBIjo4OSwiUiI6MTEyLCJHIjoxNzMsIkIiOjcxfX0sIkxpbmVXZWlnaHQiOjEuMCwiTGluZVR5cGUiOjAsIlBhcmVudFN0eWxlIjp7IiRyZWYiOiI1NSJ9fSwiSXNCZWxvd1RpbWViYW5kIjpmYWxzZSwiSGlkZURhdGUiOmZhbHNlLCJTaGFwZVNpemUiOjEsIlNwYWNpbmciOjEuMCwiUGFkZGluZyI6eyIkcmVmIjoiNTgifSwiU2hhcGVTdHlsZSI6eyIkaWQiOiIxNjEiLCJNYXJnaW4iOnsiJHJlZiI6IjYwIn0sIlBhZGRpbmciOnsiJHJlZiI6IjYxIn0sIkJhY2tncm91bmQiOnsiJGlkIjoiMTYyIiwiQ29sb3IiOnsiJGlkIjoiMTYzIiwiQSI6MjU1LCJSIjoxMDYsIkciOjE3MiwiQiI6MTQ1fX0sIklzVmlzaWJsZSI6dHJ1ZSwiV2lkdGgiOjE4LjAsIkhlaWdodCI6MjAuMCwiQm9yZGVyU3R5bGUiOnsiJGlkIjoiMTY0IiwiTGluZUNvbG9yIjp7IiRyZWYiOiI2NSJ9LCJMaW5lV2VpZ2h0IjowLjAsIkxpbmVUeXBlIjowLCJQYXJlbnRTdHlsZSI6eyIkcmVmIjoiNjQifX0sIlBhcmVudFN0eWxlIjp7IiRyZWYiOiI1OSJ9fSwiVGl0bGVTdHlsZSI6eyIkaWQiOiIxNjUiLCJGb250U2V0dGluZ3MiOnsiJGlkIjoiMTY2IiwiRm9udFNpemUiOjExLCJGb250TmFtZSI6IkNhbGlicmkiLCJJc0JvbGQiOnRydWUsIklzSXRhbGljIjpmYWxzZSwiSXNVbmRlcmxpbmVkIjpmYWxzZSwiUGFyZW50U3R5bGUiOnsiJHJlZiI6IjY4In1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E2NyIsIkxpbmVDb2xvciI6bnVsbCwiTGluZVdlaWdodCI6MC4wLCJMaW5lVHlwZSI6MCwiUGFyZW50U3R5bGUiOm51bGx9LCJQYXJlbnRTdHlsZSI6eyIkcmVmIjoiNjcifX0sIkRhdGVTdHlsZSI6eyIkaWQiOiIxNjgiLCJGb250U2V0dGluZ3MiOnsiJGlkIjoiMTY5IiwiRm9udFNpemUiOjEwLCJGb250TmFtZSI6IkNhbGlicmkiLCJJc0JvbGQiOmZhbHNlLCJJc0l0YWxpYyI6ZmFsc2UsIklzVW5kZXJsaW5lZCI6ZmFsc2UsIlBhcmVudFN0eWxlIjp7IiRyZWYiOiI3NSJ9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NzAiLCJMaW5lQ29sb3IiOm51bGwsIkxpbmVXZWlnaHQiOjAuMCwiTGluZVR5cGUiOjAsIlBhcmVudFN0eWxlIjpudWxsfSwiUGFyZW50U3R5bGUiOnsiJHJlZiI6Ijc0In19LCJEYXRlRm9ybWF0Ijp7IiRyZWYiOiI4MSJ9LCJJc1Zpc2libGUiOnRydWUsIlBhcmVudFN0eWxlIjp7IiRyZWYiOiI1MyJ9fSwiSW5kZXgiOjMsIlBlcmNlbnRhZ2VDb21wbGV0ZSI6bnVsbCwiUG9zaXRpb24iOnsiUmF0aW8iOjAuMCwiSXNDdXN0b20iOmZhbHNlfSwiRGF0ZUZvcm1hdCI6eyIkcmVmIjoiODEifSwiSWQiOiIwNTFhMzJlNC1mZjBlLTQ3MjItOTM4MC02NjlkZTY0ZmU1YWIiLCJJbXBvcnRJZCI6bnVsbCwiVGl0bGUiOiJEb2MgUzEgU3RhcnQiLCJOb3RlIjpudWxsLCJIeXBlcmxpbmsiOm51bGwsIklzQ2hhbmdlZCI6ZmFsc2UsIklzTmV3IjpmYWxzZX0seyIkaWQiOiIxNzEiLCJEYXRlIjoiMjAxOS0wMS0yM1QyMzo1OTowMFoiLCJTdHlsZSI6eyIkaWQiOiIxNzIiLCJTaGFwZSI6MiwiQ29ubmVjdG9yTWFyZ2luIjp7IiRyZWYiOiI1NCJ9LCJDb25uZWN0b3JTdHlsZSI6eyIkaWQiOiIxNzMiLCJMaW5lQ29sb3IiOnsiJHJlZiI6IjU2In0sIkxpbmVXZWlnaHQiOjEuMCwiTGluZVR5cGUiOjAsIlBhcmVudFN0eWxlIjpudWxsfSwiSXNCZWxvd1RpbWViYW5kIjpmYWxzZSwiSGlkZURhdGUiOmZhbHNlLCJTaGFwZVNpemUiOjEsIlNwYWNpbmciOjEuMCwiUGFkZGluZyI6eyIkcmVmIjoiNTgifSwiU2hhcGVTdHlsZSI6eyIkaWQiOiIxNzQiLCJNYXJnaW4iOnsiJHJlZiI6IjYwIn0sIlBhZGRpbmciOnsiJHJlZiI6IjYxIn0sIkJhY2tncm91bmQiOnsiJGlkIjoiMTc1IiwiQ29sb3IiOnsiJGlkIjoiMTc2IiwiQSI6MjU1LCJSIjoxMDYsIkciOjE3MiwiQiI6MTQ1fX0sIklzVmlzaWJsZSI6dHJ1ZSwiV2lkdGgiOjE4LjAsIkhlaWdodCI6MjAuMCwiQm9yZGVyU3R5bGUiOnsiJGlkIjoiMTc3IiwiTGluZUNvbG9yIjp7IiRyZWYiOiI2NSJ9LCJMaW5lV2VpZ2h0IjowLjAsIkxpbmVUeXBlIjowLCJQYXJlbnRTdHlsZSI6bnVsbH0sIlBhcmVudFN0eWxlIjpudWxsfSwiVGl0bGVTdHlsZSI6eyIkaWQiOiIxNzgiLCJGb250U2V0dGluZ3MiOnsiJGlkIjoiMTc5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HJlZiI6IjczIn0sIklzVmlzaWJsZSI6dHJ1ZSwiV2lkdGgiOjAuMCwiSGVpZ2h0IjowLjAsIkJvcmRlclN0eWxlIjp7IiRpZCI6IjE4MCIsIkxpbmVDb2xvciI6bnVsbCwiTGluZVdlaWdodCI6MC4wLCJMaW5lVHlwZSI6MCwiUGFyZW50U3R5bGUiOm51bGx9LCJQYXJlbnRTdHlsZSI6bnVsbH0sIkRhdGVTdHlsZSI6eyIkaWQiOiIxODEiLCJGb250U2V0dGluZ3MiOnsiJGlkIjoiMTgy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xODMiLCJMaW5lQ29sb3IiOm51bGwsIkxpbmVXZWlnaHQiOjAuMCwiTGluZVR5cGUiOjAsIlBhcmVudFN0eWxlIjpudWxsfSwiUGFyZW50U3R5bGUiOm51bGx9LCJEYXRlRm9ybWF0Ijp7IiRyZWYiOiI4MSJ9LCJJc1Zpc2libGUiOnRydWUsIlBhcmVudFN0eWxlIjpudWxsfSwiSW5kZXgiOjQsIlBlcmNlbnRhZ2VDb21wbGV0ZSI6bnVsbCwiUG9zaXRpb24iOnsiUmF0aW8iOjAuMCwiSXNDdXN0b20iOmZhbHNlfSwiRGF0ZUZvcm1hdCI6eyIkcmVmIjoiODEifSwiSWQiOiJkYzc0Y2ZiNS1iYjcwLTRiOWItODIwMy04MDZhNjNkMGFmODUiLCJJbXBvcnRJZCI6bnVsbCwiVGl0bGUiOiJEb2MgUzEgRW5kIiwiTm90ZSI6bnVsbCwiSHlwZXJsaW5rIjpudWxsLCJJc0NoYW5nZWQiOmZhbHNlLCJJc05ldyI6ZmFsc2V9LHsiJGlkIjoiMTg0IiwiRGF0ZSI6IjIwMTktMDEtMDJUMjM6NTk6MDBaIiwiU3R5bGUiOnsiJGlkIjoiMTg1IiwiU2hhcGUiOjIsIkNvbm5lY3Rvck1hcmdpbiI6eyIkcmVmIjoiNTQifSwiQ29ubmVjdG9yU3R5bGUiOnsiJGlkIjoiMTg2IiwiTGluZUNvbG9yIjp7IiRpZCI6IjE4NyIsIiR0eXBlIjoiTkxSRS5Db21tb24uRG9tLlNvbGlkQ29sb3JCcnVzaCwgTkxSRS5Db21tb24iLCJDb2xvciI6eyIkaWQiOiIxODgiLCJBIjo4OSwiUiI6MTEyLCJHIjoxNzMsIkIiOjcxfX0sIkxpbmVXZWlnaHQiOjEuMCwiTGluZVR5cGUiOjAsIlBhcmVudFN0eWxlIjp7IiRyZWYiOiI1NSJ9fSwiSXNCZWxvd1RpbWViYW5kIjpmYWxzZSwiSGlkZURhdGUiOmZhbHNlLCJTaGFwZVNpemUiOjEsIlNwYWNpbmciOjEuMCwiUGFkZGluZyI6eyIkcmVmIjoiNTgifSwiU2hhcGVTdHlsZSI6eyIkaWQiOiIxODkiLCJNYXJnaW4iOnsiJHJlZiI6IjYwIn0sIlBhZGRpbmciOnsiJHJlZiI6IjYxIn0sIkJhY2tncm91bmQiOnsiJGlkIjoiMTkwIiwiQ29sb3IiOnsiJGlkIjoiMTkxIiwiQSI6MjU1LCJSIjoyNTUsIkciOjAsIkIiOjB9fSwiSXNWaXNpYmxlIjp0cnVlLCJXaWR0aCI6MTguMCwiSGVpZ2h0IjoyMC4wLCJCb3JkZXJTdHlsZSI6eyIkaWQiOiIxOTIiLCJMaW5lQ29sb3IiOnsiJGlkIjoiMTkzIiwiJHR5cGUiOiJOTFJFLkNvbW1vbi5Eb20uU29saWRDb2xvckJydXNoLCBOTFJFLkNvbW1vbiIsIkNvbG9yIjp7IiRpZCI6IjE5NCIsIkEiOjI1NSwiUiI6MjU1LCJHIjowLCJCIjowfX0sIkxpbmVXZWlnaHQiOjEuMzMzMzMzMzcsIkxpbmVUeXBlIjowLCJQYXJlbnRTdHlsZSI6bnVsbH0sIlBhcmVudFN0eWxlIjp7IiRyZWYiOiI1OSJ9fSwiVGl0bGVTdHlsZSI6eyIkaWQiOiIxOTUiLCJGb250U2V0dGluZ3MiOnsiJGlkIjoiMTk2IiwiRm9udFNpemUiOjExLCJGb250TmFtZSI6IkNhbGlicmkiLCJJc0JvbGQiOnRydWUsIklzSXRhbGljIjpmYWxzZSwiSXNVbmRlcmxpbmVkIjpmYWxzZSwiUGFyZW50U3R5bGUiOnsiJHJlZiI6IjY4In1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E5NyIsIkxpbmVDb2xvciI6bnVsbCwiTGluZVdlaWdodCI6MC4wLCJMaW5lVHlwZSI6MCwiUGFyZW50U3R5bGUiOm51bGx9LCJQYXJlbnRTdHlsZSI6eyIkcmVmIjoiNjcifX0sIkRhdGVTdHlsZSI6eyIkaWQiOiIxOTgiLCJGb250U2V0dGluZ3MiOnsiJGlkIjoiMTk5IiwiRm9udFNpemUiOjEwLCJGb250TmFtZSI6IkNhbGlicmkiLCJJc0JvbGQiOmZhbHNlLCJJc0l0YWxpYyI6ZmFsc2UsIklzVW5kZXJsaW5lZCI6ZmFsc2UsIlBhcmVudFN0eWxlIjp7IiRyZWYiOiI3NSJ9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yMDAiLCJMaW5lQ29sb3IiOm51bGwsIkxpbmVXZWlnaHQiOjAuMCwiTGluZVR5cGUiOjAsIlBhcmVudFN0eWxlIjpudWxsfSwiUGFyZW50U3R5bGUiOnsiJHJlZiI6Ijc0In19LCJEYXRlRm9ybWF0Ijp7IiRyZWYiOiI4MSJ9LCJJc1Zpc2libGUiOnRydWUsIlBhcmVudFN0eWxlIjp7IiRyZWYiOiI1MyJ9fSwiSW5kZXgiOjUsIlBlcmNlbnRhZ2VDb21wbGV0ZSI6bnVsbCwiUG9zaXRpb24iOnsiUmF0aW8iOjAuMCwiSXNDdXN0b20iOmZhbHNlfSwiRGF0ZUZvcm1hdCI6eyIkcmVmIjoiODEifSwiSWQiOiI5Zjg2MGY4ZC02NWVlLTRhYWMtODUwMy05ZjMwYzJmZmNmMzMiLCJJbXBvcnRJZCI6bnVsbCwiVGl0bGUiOiJXYWxrdGhyb3VnaHMiLCJOb3RlIjpudWxsLCJIeXBlcmxpbmsiOm51bGwsIklzQ2hhbmdlZCI6ZmFsc2UsIklzTmV3IjpmYWxzZX0seyIkaWQiOiIyMDEiLCJEYXRlIjoiMjAxOS0wMS0xNlQyMzo1OTowMFoiLCJTdHlsZSI6eyIkaWQiOiIyMDIiLCJTaGFwZSI6MiwiQ29ubmVjdG9yTWFyZ2luIjp7IiRyZWYiOiI1NCJ9LCJDb25uZWN0b3JTdHlsZSI6eyIkaWQiOiIyMDMiLCJMaW5lQ29sb3IiOnsiJHJlZiI6IjU2In0sIkxpbmVXZWlnaHQiOjEuMCwiTGluZVR5cGUiOjAsIlBhcmVudFN0eWxlIjpudWxsfSwiSXNCZWxvd1RpbWViYW5kIjpmYWxzZSwiSGlkZURhdGUiOmZhbHNlLCJTaGFwZVNpemUiOjEsIlNwYWNpbmciOjEuMCwiUGFkZGluZyI6eyIkcmVmIjoiNTgifSwiU2hhcGVTdHlsZSI6eyIkaWQiOiIyMDQiLCJNYXJnaW4iOnsiJHJlZiI6IjYwIn0sIlBhZGRpbmciOnsiJHJlZiI6IjYxIn0sIkJhY2tncm91bmQiOnsiJGlkIjoiMjA1IiwiQ29sb3IiOnsiJGlkIjoiMjA2IiwiQSI6MjU1LCJSIjoyNTUsIkciOjAsIkIiOjB9fSwiSXNWaXNpYmxlIjp0cnVlLCJXaWR0aCI6MTguMCwiSGVpZ2h0IjoyMC4wLCJCb3JkZXJTdHlsZSI6eyIkaWQiOiIyMDciLCJMaW5lQ29sb3IiOnsiJGlkIjoiMjA4IiwiJHR5cGUiOiJOTFJFLkNvbW1vbi5Eb20uU29saWRDb2xvckJydXNoLCBOTFJFLkNvbW1vbiIsIkNvbG9yIjp7IiRpZCI6IjIwOSIsIkEiOjI1NSwiUiI6MjU1LCJHIjowLCJCIjowfX0sIkxpbmVXZWlnaHQiOjEuMzMzMzMzMzcsIkxpbmVUeXBlIjowLCJQYXJlbnRTdHlsZSI6bnVsbH0sIlBhcmVudFN0eWxlIjpudWxsfSwiVGl0bGVTdHlsZSI6eyIkaWQiOiIyMTAiLCJGb250U2V0dGluZ3MiOnsiJGlkIjoiMjExIiwiRm9udFNpemUiOjExLCJGb250TmFtZSI6IkNhbGlicmkiLCJJc0JvbGQiOnRydWUsIklzSXRhbGljIjpmYWxzZSwiSXNVbmRlcmxpbmVkIjpmYWxzZSwiUGFyZW50U3R5bGUiOm51bGx9LCJBdXRvU2l6ZSI6MCwiRm9yZWdyb3VuZCI6eyIkcmVmIjoiNjkifSwiTWF4V2lkdGgiOjIwMC4wLCJNYXhIZWlnaHQiOiJJbmZpbml0eSIsIlNtYXJ0Rm9yZWdyb3VuZElzQWN0aXZlIjpmYWxzZSwiSG9yaXpvbnRhbEFsaWdubWVudCI6MSwiVmVydGljYWxBbGlnbm1lbnQiOjAsIlNtYXJ0Rm9yZWdyb3VuZCI6bnVsbCwiQmFja2dyb3VuZEZpbGxUeXBlIjowLCJNYXJnaW4iOnsiJHJlZiI6IjcxIn0sIlBhZGRpbmciOnsiJHJlZiI6IjcyIn0sIkJhY2tncm91bmQiOnsiJHJlZiI6IjczIn0sIklzVmlzaWJsZSI6dHJ1ZSwiV2lkdGgiOjAuMCwiSGVpZ2h0IjowLjAsIkJvcmRlclN0eWxlIjp7IiRpZCI6IjIxMiIsIkxpbmVDb2xvciI6bnVsbCwiTGluZVdlaWdodCI6MC4wLCJMaW5lVHlwZSI6MCwiUGFyZW50U3R5bGUiOm51bGx9LCJQYXJlbnRTdHlsZSI6bnVsbH0sIkRhdGVTdHlsZSI6eyIkaWQiOiIyMTMiLCJGb250U2V0dGluZ3MiOnsiJGlkIjoiMjE0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yMTUiLCJMaW5lQ29sb3IiOm51bGwsIkxpbmVXZWlnaHQiOjAuMCwiTGluZVR5cGUiOjAsIlBhcmVudFN0eWxlIjpudWxsfSwiUGFyZW50U3R5bGUiOm51bGx9LCJEYXRlRm9ybWF0Ijp7IiRyZWYiOiI4MSJ9LCJJc1Zpc2libGUiOnRydWUsIlBhcmVudFN0eWxlIjpudWxsfSwiSW5kZXgiOjYsIlBlcmNlbnRhZ2VDb21wbGV0ZSI6bnVsbCwiUG9zaXRpb24iOnsiUmF0aW8iOjAuMCwiSXNDdXN0b20iOmZhbHNlfSwiRGF0ZUZvcm1hdCI6eyIkcmVmIjoiODEifSwiSWQiOiI0OTRkOWZiYS1mODdlLTQ1MDgtOGMxYi01OWNhOGJhNDY1MGIiLCJJbXBvcnRJZCI6bnVsbCwiVGl0bGUiOiJEZW1vcyIsIk5vdGUiOm51bGwsIkh5cGVybGluayI6bnVsbCwiSXNDaGFuZ2VkIjpmYWxzZSwiSXNOZXciOmZhbHNlfSx7IiRpZCI6IjIxNiIsIkRhdGUiOiIyMDE5LTAxLTI1VDIzOjU5OjAwWiIsIlN0eWxlIjp7IiRpZCI6IjIxNyIsIlNoYXBlIjoyLCJDb25uZWN0b3JNYXJnaW4iOnsiJHJlZiI6IjU0In0sIkNvbm5lY3RvclN0eWxlIjp7IiRpZCI6IjIxOCIsIkxpbmVDb2xvciI6eyIkaWQiOiIyMTkiLCIkdHlwZSI6Ik5MUkUuQ29tbW9uLkRvbS5Tb2xpZENvbG9yQnJ1c2gsIE5MUkUuQ29tbW9uIiwiQ29sb3IiOnsiJGlkIjoiMjIwIiwiQSI6ODksIlIiOjIzNywiRyI6MTI1LCJCIjo0OX19LCJMaW5lV2VpZ2h0IjoxLjAsIkxpbmVUeXBlIjowLCJQYXJlbnRTdHlsZSI6eyIkcmVmIjoiNTUifX0sIklzQmVsb3dUaW1lYmFuZCI6ZmFsc2UsIkhpZGVEYXRlIjpmYWxzZSwiU2hhcGVTaXplIjoxLCJTcGFjaW5nIjoxLjAsIlBhZGRpbmciOnsiJHJlZiI6IjU4In0sIlNoYXBlU3R5bGUiOnsiJGlkIjoiMjIxIiwiTWFyZ2luIjp7IiRyZWYiOiI2MCJ9LCJQYWRkaW5nIjp7IiRyZWYiOiI2MSJ9LCJCYWNrZ3JvdW5kIjp7IiRpZCI6IjIyMiIsIkNvbG9yIjp7IiRpZCI6IjIyMyIsIkEiOjI1NSwiUiI6MjIyLCJHIjoxMjYsIkIiOjI0fX0sIklzVmlzaWJsZSI6dHJ1ZSwiV2lkdGgiOjE4LjAsIkhlaWdodCI6MjAuMCwiQm9yZGVyU3R5bGUiOnsiJGlkIjoiMjI0IiwiTGluZUNvbG9yIjp7IiRyZWYiOiI2NSJ9LCJMaW5lV2VpZ2h0IjowLjAsIkxpbmVUeXBlIjowLCJQYXJlbnRTdHlsZSI6eyIkcmVmIjoiNjQifX0sIlBhcmVudFN0eWxlIjp7IiRyZWYiOiI1OSJ9fSwiVGl0bGVTdHlsZSI6eyIkaWQiOiIyMjUiLCJGb250U2V0dGluZ3MiOnsiJGlkIjoiMjI2IiwiRm9udFNpemUiOjExLCJGb250TmFtZSI6IkNhbGlicmkiLCJJc0JvbGQiOnRydWUsIklzSXRhbGljIjpmYWxzZSwiSXNVbmRlcmxpbmVkIjpmYWxzZSwiUGFyZW50U3R5bGUiOnsiJHJlZiI6IjY4In19LCJBdXRvU2l6ZSI6MCwiRm9yZWdyb3VuZCI6eyIkcmVmIjoiNjkifSwiTWF4V2lkdGgiOjIwMC4wLCJNYXhIZWlnaHQiOiJJbmZpbml0eSIsIlNtYXJ0Rm9yZWdyb3VuZElzQWN0aXZlIjpmYWxzZSwiSG9yaXpvbnRhbEFsaWdubWVudCI6MCwiVmVydGljYWxBbGlnbm1lbnQiOjAsIlNtYXJ0Rm9yZWdyb3VuZCI6bnVsbCwiQmFja2dyb3VuZEZpbGxUeXBlIjowLCJNYXJnaW4iOnsiJHJlZiI6IjcxIn0sIlBhZGRpbmciOnsiJHJlZiI6IjcyIn0sIkJhY2tncm91bmQiOnsiJHJlZiI6IjczIn0sIklzVmlzaWJsZSI6dHJ1ZSwiV2lkdGgiOjAuMCwiSGVpZ2h0IjowLjAsIkJvcmRlclN0eWxlIjp7IiRpZCI6IjIyNyIsIkxpbmVDb2xvciI6bnVsbCwiTGluZVdlaWdodCI6MC4wLCJMaW5lVHlwZSI6MCwiUGFyZW50U3R5bGUiOm51bGx9LCJQYXJlbnRTdHlsZSI6eyIkcmVmIjoiNjcifX0sIkRhdGVTdHlsZSI6eyIkaWQiOiIyMjgiLCJGb250U2V0dGluZ3MiOnsiJGlkIjoiMjI5IiwiRm9udFNpemUiOjEwLCJGb250TmFtZSI6IkNhbGlicmkiLCJJc0JvbGQiOmZhbHNlLCJJc0l0YWxpYyI6ZmFsc2UsIklzVW5kZXJsaW5lZCI6ZmFsc2UsIlBhcmVudFN0eWxlIjp7IiRyZWYiOiI3NSJ9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4MCJ9LCJJc1Zpc2libGUiOnRydWUsIldpZHRoIjowLjAsIkhlaWdodCI6MC4wLCJCb3JkZXJTdHlsZSI6eyIkaWQiOiIyMzAiLCJMaW5lQ29sb3IiOm51bGwsIkxpbmVXZWlnaHQiOjAuMCwiTGluZVR5cGUiOjAsIlBhcmVudFN0eWxlIjpudWxsfSwiUGFyZW50U3R5bGUiOnsiJHJlZiI6Ijc0In19LCJEYXRlRm9ybWF0Ijp7IiRyZWYiOiI4MSJ9LCJJc1Zpc2libGUiOnRydWUsIlBhcmVudFN0eWxlIjp7IiRyZWYiOiI1MyJ9fSwiSW5kZXgiOjcsIlBlcmNlbnRhZ2VDb21wbGV0ZSI6bnVsbCwiUG9zaXRpb24iOnsiUmF0aW8iOjAuMCwiSXNDdXN0b20iOmZhbHNlfSwiRGF0ZUZvcm1hdCI6eyIkcmVmIjoiODEifSwiSWQiOiI1OWI1YWM4Mi05OGMxLTRjY2EtOWU2NS0xOTBiZjYwZDVkMDUiLCJJbXBvcnRJZCI6bnVsbCwiVGl0bGUiOiJEb2MgSGFuZG92ZXIgUzEiLCJOb3RlIjpudWxsLCJIeXBlcmxpbmsiOm51bGwsIklzQ2hhbmdlZCI6ZmFsc2UsIklzTmV3IjpmYWxzZX1dLCJUYXNrcyI6W3siJGlkIjoiMjMxIiwiR3JvdXBOYW1lIjpudWxsLCJTdGFydERhdGUiOiIyMDE5LTAxLTEwVDAwOjAwOjAwWiIsIkVuZERhdGUiOiIyMDE5LTAxLTE4VDIzOjU5OjAwWiIsIlBlcmNlbnRhZ2VDb21wbGV0ZSI6bnVsbCwiU3R5bGUiOnsiJGlkIjoiMjMyIiwiU2hhcGUiOjAsIlNoYXBlVGhpY2tuZXNzIjoxLCJEdXJhdGlvbkZvcm1hdCI6MCwiSW5jbHVkZU5vbldvcmtpbmdEYXlzSW5EdXJhdGlvbiI6dHJ1ZSwiUGVyY2VudGFnZUNvbXBsZXRlU3R5bGUiOnsiJGlkIjoiMjMzIiwiRm9udFNldHRpbmdzIjp7IiRpZCI6IjIzNCIsIkZvbnRTaXplIjoxMCwiRm9udE5hbWUiOiJDYWxpYnJpIiwiSXNCb2xkIjpmYWxzZSwiSXNJdGFsaWMiOmZhbHNlLCJJc1VuZGVybGluZWQiOmZhbHNlLCJQYXJlbnRTdHlsZSI6eyIkcmVmIjoiODQifX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M1IiwiTGluZUNvbG9yIjpudWxsLCJMaW5lV2VpZ2h0IjowLjAsIkxpbmVUeXBlIjowLCJQYXJlbnRTdHlsZSI6bnVsbH0sIlBhcmVudFN0eWxlIjp7IiRyZWYiOiI4MyJ9fSwiRHVyYXRpb25TdHlsZSI6eyIkaWQiOiIyMzYiLCJGb250U2V0dGluZ3MiOnsiJGlkIjoiMjM3IiwiRm9udFNpemUiOjEwLCJGb250TmFtZSI6IkNhbGlicmkiLCJJc0JvbGQiOmZhbHNlLCJJc0l0YWxpYyI6ZmFsc2UsIklzVW5kZXJsaW5lZCI6ZmFsc2UsIlBhcmVudFN0eWxlIjp7IiRyZWYiOiI5MSJ9fSwiQXV0b1NpemUiOjAsIkZvcmVncm91bmQiOnsiJHJlZiI6IjkyIn0sIk1heFdpZHRoIjoyMDAuMCwiTWF4SGVpZ2h0IjoiSW5maW5pdHkiLCJTbWFydEZvcmVncm91bmRJc0FjdGl2ZSI6ZmFsc2UsIkhvcml6b250YWxBbGlnbm1lbnQiOjAsIlZlcnRpY2FsQWxpZ25tZW50IjowLCJTbWFydEZvcmVncm91bmQiOm51bGwsIkJhY2tncm91bmRGaWxsVHlwZSI6MCwiTWFyZ2luIjp7IiRyZWYiOiI5NCJ9LCJQYWRkaW5nIjp7IiRyZWYiOiI5NSJ9LCJCYWNrZ3JvdW5kIjp7IiRyZWYiOiI5NiJ9LCJJc1Zpc2libGUiOnRydWUsIldpZHRoIjowLjAsIkhlaWdodCI6MC4wLCJCb3JkZXJTdHlsZSI6eyIkaWQiOiIyMzgiLCJMaW5lQ29sb3IiOm51bGwsIkxpbmVXZWlnaHQiOjAuMCwiTGluZVR5cGUiOjAsIlBhcmVudFN0eWxlIjpudWxsfSwiUGFyZW50U3R5bGUiOnsiJHJlZiI6IjkwIn19LCJIb3Jpem9udGFsQ29ubmVjdG9yU3R5bGUiOnsiJGlkIjoiMjM5IiwiTGluZUNvbG9yIjp7IiRyZWYiOiI5OCJ9LCJMaW5lV2VpZ2h0IjowLjAsIkxpbmVUeXBlIjowLCJQYXJlbnRTdHlsZSI6eyIkcmVmIjoiOTcifX0sIlZlcnRpY2FsQ29ubmVjdG9yU3R5bGUiOnsiJGlkIjoiMjQwIiwiTGluZUNvbG9yIjp7IiRyZWYiOiIxMDEifSwiTGluZVdlaWdodCI6MC4wLCJMaW5lVHlwZSI6MCwiUGFyZW50U3R5bGUiOnsiJHJlZiI6IjEwMCJ9fSwiTWFyZ2luIjpudWxsLCJTdGFydERhdGVQb3NpdGlvbiI6NCwiRW5kRGF0ZVBvc2l0aW9uIjo0LCJEYXRlSXNWaXNpYmxlIjp0cnVlLCJUaXRsZVBvc2l0aW9uIjo1LCJEdXJhdGlvblBvc2l0aW9uIjo2LCJQZXJjZW50YWdlQ29tcGxldGVkUG9zaXRpb24iOjYsIlNwYWNpbmciOjUsIklzQmVsb3dUaW1lYmFuZCI6ZmFsc2UsIlBlcmNlbnRhZ2VDb21wbGV0ZVNoYXBlT3BhY2l0eSI6MzUsIlNoYXBlU3R5bGUiOnsiJGlkIjoiMjQxIiwiTWFyZ2luIjp7IiRyZWYiOiIxMDQifSwiUGFkZGluZyI6eyIkcmVmIjoiMTA1In0sIkJhY2tncm91bmQiOnsiJGlkIjoiMjQyIiwiQ29sb3IiOnsiJGlkIjoiMjQzIiwiQSI6MjU1LCJSIjoxMTQsIkciOjEzNCwiQiI6ODN9fSwiSXNWaXNpYmxlIjp0cnVlLCJXaWR0aCI6MC4wLCJIZWlnaHQiOjE2LjAsIkJvcmRlclN0eWxlIjp7IiRpZCI6IjI0NCIsIkxpbmVDb2xvciI6eyIkcmVmIjoiMTA5In0sIkxpbmVXZWlnaHQiOjAuMCwiTGluZVR5cGUiOjAsIlBhcmVudFN0eWxlIjp7IiRyZWYiOiIxMDgifX0sIlBhcmVudFN0eWxlIjp7IiRyZWYiOiIxMDMifX0sIlRpdGxlU3R5bGUiOnsiJGlkIjoiMjQ1IiwiRm9udFNldHRpbmdzIjp7IiRpZCI6IjI0NiIsIkZvbnRTaXplIjoxMSwiRm9udE5hbWUiOiJDYWxpYnJpIiwiSXNCb2xkIjp0cnVlLCJJc0l0YWxpYyI6ZmFsc2UsIklzVW5kZXJsaW5lZCI6ZmFsc2UsIlBhcmVudFN0eWxlIjp7IiRyZWYiOiIxMTIifX0sIkF1dG9TaXplIjowLCJGb3JlZ3JvdW5kIjp7IiRyZWYiOiIxMTMifSwiTWF4V2lkdGgiOjcyMC4wLCJNYXhIZWlnaHQiOiJJbmZpbml0eSIsIlNtYXJ0Rm9yZWdyb3VuZElzQWN0aXZlIjpmYWxzZSwiSG9yaXpvbnRhbEFsaWdubWVudCI6MCwiVmVydGljYWxBbGlnbm1lbnQiOjAsIlNtYXJ0Rm9yZWdyb3VuZCI6bnVsbCwiQmFja2dyb3VuZEZpbGxUeXBlIjowLCJNYXJnaW4iOnsiJHJlZiI6IjExNSJ9LCJQYWRkaW5nIjp7IiRyZWYiOiIxMTYifSwiQmFja2dyb3VuZCI6eyIkcmVmIjoiMTE3In0sIklzVmlzaWJsZSI6dHJ1ZSwiV2lkdGgiOjAuMCwiSGVpZ2h0IjowLjAsIkJvcmRlclN0eWxlIjp7IiRpZCI6IjI0NyIsIkxpbmVDb2xvciI6bnVsbCwiTGluZVdlaWdodCI6MC4wLCJMaW5lVHlwZSI6MCwiUGFyZW50U3R5bGUiOm51bGx9LCJQYXJlbnRTdHlsZSI6eyIkcmVmIjoiMTExIn19LCJEYXRlU3R5bGUiOnsiJGlkIjoiMjQ4IiwiRm9udFNldHRpbmdzIjp7IiRpZCI6IjI0OSIsIkZvbnRTaXplIjoxMCwiRm9udE5hbWUiOiJDYWxpYnJpIiwiSXNCb2xkIjpmYWxzZSwiSXNJdGFsaWMiOmZhbHNlLCJJc1VuZGVybGluZWQiOmZhbHNlLCJQYXJlbnRTdHlsZSI6eyIkcmVmIjoiMTE5In19LCJBdXRvU2l6ZSI6MCwiRm9yZWdyb3VuZCI6eyIkcmVmIjoiMTIwIn0sIk1heFdpZHRoIjoyMDAuMCwiTWF4SGVpZ2h0IjoiSW5maW5pdHkiLCJTbWFydEZvcmVncm91bmRJc0FjdGl2ZSI6ZmFsc2UsIkhvcml6b250YWxBbGlnbm1lbnQiOjA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yNTAiLCJMaW5lQ29sb3IiOm51bGwsIkxpbmVXZWlnaHQiOjAuMCwiTGluZVR5cGUiOjAsIlBhcmVudFN0eWxlIjpudWxsfSwiUGFyZW50U3R5bGUiOnsiJHJlZiI6IjExOCJ9fSwiRGF0ZUZvcm1hdCI6eyIkcmVmIjoiMTI1In0sIklzVmlzaWJsZSI6dHJ1ZSwiUGFyZW50U3R5bGUiOnsiJHJlZiI6IjgyIn19LCJJbmRleCI6OCwiU21hcnREdXJhdGlvbkFjdGl2YXRlZCI6ZmFsc2UsIkRhdGVGb3JtYXQiOnsiJHJlZiI6IjEyNSJ9LCJJZCI6IjVhMTg0ZDYxLWY1ZTItNDM4ZC1iNjNhLWU1ODAyYWY5YjMwNSIsIkltcG9ydElkIjpudWxsLCJUaXRsZSI6IkF1dGhvcmluZyIsIk5vdGUiOm51bGwsIkh5cGVybGluayI6bnVsbCwiSXNDaGFuZ2VkIjpmYWxzZSwiSXNOZXciOmZhbHNlfSx7IiRpZCI6IjI1MSIsIkdyb3VwTmFtZSI6bnVsbCwiU3RhcnREYXRlIjoiMjAxOS0wMS0wN1QwMDowMDowMFoiLCJFbmREYXRlIjoiMjAxOS0wMS0wOFQyMzo1OTowMFoiLCJQZXJjZW50YWdlQ29tcGxldGUiOm51bGwsIlN0eWxlIjp7IiRpZCI6IjI1MiIsIlNoYXBlIjowLCJTaGFwZVRoaWNrbmVzcyI6MSwiRHVyYXRpb25Gb3JtYXQiOjAsIkluY2x1ZGVOb25Xb3JraW5nRGF5c0luRHVyYXRpb24iOnRydWUsIlBlcmNlbnRhZ2VDb21wbGV0ZVN0eWxlIjp7IiRpZCI6IjI1MyIsIkZvbnRTZXR0aW5ncyI6eyIkaWQiOiIyNTQiLCJGb250U2l6ZSI6MTAsIkZvbnROYW1lIjoiQ2FsaWJyaSIsIklzQm9sZCI6ZmFsc2UsIklzSXRhbGljIjpmYWxzZSwiSXNVbmRlcmxpbmVkIjpmYWxzZSwiUGFyZW50U3R5bGUiOnsiJHJlZiI6Ijg0In1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I1NSIsIkxpbmVDb2xvciI6bnVsbCwiTGluZVdlaWdodCI6MC4wLCJMaW5lVHlwZSI6MCwiUGFyZW50U3R5bGUiOm51bGx9LCJQYXJlbnRTdHlsZSI6eyIkcmVmIjoiODMifX0sIkR1cmF0aW9uU3R5bGUiOnsiJGlkIjoiMjU2IiwiRm9udFNldHRpbmdzIjp7IiRpZCI6IjI1NyIsIkZvbnRTaXplIjoxMCwiRm9udE5hbWUiOiJDYWxpYnJpIiwiSXNCb2xkIjpmYWxzZSwiSXNJdGFsaWMiOmZhbHNlLCJJc1VuZGVybGluZWQiOmZhbHNlLCJQYXJlbnRTdHlsZSI6eyIkcmVmIjoiOTEifX0sIkF1dG9TaXplIjowLCJGb3JlZ3JvdW5kIjp7IiRyZWYiOiI5MiJ9LCJNYXhXaWR0aCI6MjAwLjAsIk1heEhlaWdodCI6IkluZmluaXR5IiwiU21hcnRGb3JlZ3JvdW5kSXNBY3RpdmUiOmZhbHNlLCJIb3Jpem9udGFsQWxpZ25tZW50IjowLCJWZXJ0aWNhbEFsaWdubWVudCI6MCwiU21hcnRGb3JlZ3JvdW5kIjpudWxsLCJCYWNrZ3JvdW5kRmlsbFR5cGUiOjAsIk1hcmdpbiI6eyIkcmVmIjoiOTQifSwiUGFkZGluZyI6eyIkcmVmIjoiOTUifSwiQmFja2dyb3VuZCI6eyIkcmVmIjoiOTYifSwiSXNWaXNpYmxlIjp0cnVlLCJXaWR0aCI6MC4wLCJIZWlnaHQiOjAuMCwiQm9yZGVyU3R5bGUiOnsiJGlkIjoiMjU4IiwiTGluZUNvbG9yIjpudWxsLCJMaW5lV2VpZ2h0IjowLjAsIkxpbmVUeXBlIjowLCJQYXJlbnRTdHlsZSI6bnVsbH0sIlBhcmVudFN0eWxlIjp7IiRyZWYiOiI5MCJ9fSwiSG9yaXpvbnRhbENvbm5lY3RvclN0eWxlIjp7IiRpZCI6IjI1OSIsIkxpbmVDb2xvciI6eyIkcmVmIjoiOTgifSwiTGluZVdlaWdodCI6MC4wLCJMaW5lVHlwZSI6MCwiUGFyZW50U3R5bGUiOnsiJHJlZiI6Ijk3In19LCJWZXJ0aWNhbENvbm5lY3RvclN0eWxlIjp7IiRpZCI6IjI2MCIsIkxpbmVDb2xvciI6eyIkcmVmIjoiMTAxIn0sIkxpbmVXZWlnaHQiOjAuMCwiTGluZVR5cGUiOjAsIlBhcmVudFN0eWxlIjp7IiRyZWYiOiIxMDAifX0sIk1hcmdpbiI6bnVsbCwiU3RhcnREYXRlUG9zaXRpb24iOjQsIkVuZERhdGVQb3NpdGlvbiI6NCwiRGF0ZUlzVmlzaWJsZSI6dHJ1ZSwiVGl0bGVQb3NpdGlvbiI6NSwiRHVyYXRpb25Qb3NpdGlvbiI6NiwiUGVyY2VudGFnZUNvbXBsZXRlZFBvc2l0aW9uIjo2LCJTcGFjaW5nIjo1LCJJc0JlbG93VGltZWJhbmQiOmZhbHNlLCJQZXJjZW50YWdlQ29tcGxldGVTaGFwZU9wYWNpdHkiOjM1LCJTaGFwZVN0eWxlIjp7IiRpZCI6IjI2MSIsIk1hcmdpbiI6eyIkcmVmIjoiMTA0In0sIlBhZGRpbmciOnsiJHJlZiI6IjEwNSJ9LCJCYWNrZ3JvdW5kIjp7IiRpZCI6IjI2MiIsIkNvbG9yIjp7IiRpZCI6IjI2MyIsIkEiOjI1NSwiUiI6MTE0LCJHIjoxMzQsIkIiOjgzfX0sIklzVmlzaWJsZSI6dHJ1ZSwiV2lkdGgiOjAuMCwiSGVpZ2h0IjoxNi4wLCJCb3JkZXJTdHlsZSI6eyIkaWQiOiIyNjQiLCJMaW5lQ29sb3IiOnsiJHJlZiI6IjEwOSJ9LCJMaW5lV2VpZ2h0IjowLjAsIkxpbmVUeXBlIjowLCJQYXJlbnRTdHlsZSI6eyIkcmVmIjoiMTA4In19LCJQYXJlbnRTdHlsZSI6eyIkcmVmIjoiMTAzIn19LCJUaXRsZVN0eWxlIjp7IiRpZCI6IjI2NSIsIkZvbnRTZXR0aW5ncyI6eyIkaWQiOiIyNjYiLCJGb250U2l6ZSI6MTEsIkZvbnROYW1lIjoiQ2FsaWJyaSIsIklzQm9sZCI6dHJ1ZSwiSXNJdGFsaWMiOmZhbHNlLCJJc1VuZGVybGluZWQiOmZhbHNlLCJQYXJlbnRTdHlsZSI6eyIkcmVmIjoiMTEyIn19LCJBdXRvU2l6ZSI6MCwiRm9yZWdyb3VuZCI6eyIkcmVmIjoiMTEzIn0sIk1heFdpZHRoIjo3MjAuMCwiTWF4SGVpZ2h0IjoiSW5maW5pdHkiLCJTbWFydEZvcmVncm91bmRJc0FjdGl2ZSI6ZmFsc2UsIkhvcml6b250YWxBbGlnbm1lbnQiOjAsIlZlcnRpY2FsQWxpZ25tZW50IjowLCJTbWFydEZvcmVncm91bmQiOm51bGwsIkJhY2tncm91bmRGaWxsVHlwZSI6MCwiTWFyZ2luIjp7IiRyZWYiOiIxMTUifSwiUGFkZGluZyI6eyIkcmVmIjoiMTE2In0sIkJhY2tncm91bmQiOnsiJHJlZiI6IjExNyJ9LCJJc1Zpc2libGUiOnRydWUsIldpZHRoIjowLjAsIkhlaWdodCI6MC4wLCJCb3JkZXJTdHlsZSI6eyIkaWQiOiIyNjciLCJMaW5lQ29sb3IiOm51bGwsIkxpbmVXZWlnaHQiOjAuMCwiTGluZVR5cGUiOjAsIlBhcmVudFN0eWxlIjpudWxsfSwiUGFyZW50U3R5bGUiOnsiJHJlZiI6IjExMSJ9fSwiRGF0ZVN0eWxlIjp7IiRpZCI6IjI2OCIsIkZvbnRTZXR0aW5ncyI6eyIkaWQiOiIyNjkiLCJGb250U2l6ZSI6MTAsIkZvbnROYW1lIjoiQ2FsaWJyaSIsIklzQm9sZCI6ZmFsc2UsIklzSXRhbGljIjpmYWxzZSwiSXNVbmRlcmxpbmVkIjpmYWxzZSwiUGFyZW50U3R5bGUiOnsiJHJlZiI6IjExOSJ9fSwiQXV0b1NpemUiOjAsIkZvcmVncm91bmQiOnsiJHJlZiI6IjEyMCJ9LCJNYXhXaWR0aCI6MjAwLjAsIk1heEhlaWdodCI6IkluZmluaXR5IiwiU21hcnRGb3JlZ3JvdW5kSXNBY3RpdmUiOmZhbHNlLCJIb3Jpem9udGFsQWxpZ25tZW50Ijow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jcwIiwiTGluZUNvbG9yIjpudWxsLCJMaW5lV2VpZ2h0IjowLjAsIkxpbmVUeXBlIjowLCJQYXJlbnRTdHlsZSI6bnVsbH0sIlBhcmVudFN0eWxlIjp7IiRyZWYiOiIxMTgifX0sIkRhdGVGb3JtYXQiOnsiJHJlZiI6IjEyNSJ9LCJJc1Zpc2libGUiOnRydWUsIlBhcmVudFN0eWxlIjp7IiRyZWYiOiI4MiJ9fSwiSW5kZXgiOjksIlNtYXJ0RHVyYXRpb25BY3RpdmF0ZWQiOmZhbHNlLCJEYXRlRm9ybWF0Ijp7IiRyZWYiOiIxMjUifSwiSWQiOiIwYzQzZWY0YS0zOGFiLTQ2ZTUtYmJjNS03NmY1MmYzZjYzZmMiLCJJbXBvcnRJZCI6bnVsbCwiVGl0bGUiOiJSZXZlcnNlIEtUIiwiTm90ZSI6bnVsbCwiSHlwZXJsaW5rIjpudWxsLCJJc0NoYW5nZWQiOmZhbHNlLCJJc05ldyI6ZmFsc2V9LHsiJGlkIjoiMjcxIiwiR3JvdXBOYW1lIjpudWxsLCJTdGFydERhdGUiOiIyMDE5LTAxLTExVDAwOjAwOjAwWiIsIkVuZERhdGUiOiIyMDE5LTAxLTE4VDIzOjU5OjAwWiIsIlBlcmNlbnRhZ2VDb21wbGV0ZSI6bnVsbCwiU3R5bGUiOnsiJGlkIjoiMjcyIiwiU2hhcGUiOjAsIlNoYXBlVGhpY2tuZXNzIjoxLCJEdXJhdGlvbkZvcm1hdCI6MCwiSW5jbHVkZU5vbldvcmtpbmdEYXlzSW5EdXJhdGlvbiI6dHJ1ZSwiUGVyY2VudGFnZUNvbXBsZXRlU3R5bGUiOnsiJGlkIjoiMjczIiwiRm9udFNldHRpbmdzIjp7IiRpZCI6IjI3NCIsIkZvbnRTaXplIjoxMCwiRm9udE5hbWUiOiJDYWxpYnJpIiwiSXNCb2xkIjpmYWxzZSwiSXNJdGFsaWMiOmZhbHNlLCJJc1VuZGVybGluZWQiOmZhbHNlLCJQYXJlbnRTdHlsZSI6eyIkcmVmIjoiODQifX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c1IiwiTGluZUNvbG9yIjpudWxsLCJMaW5lV2VpZ2h0IjowLjAsIkxpbmVUeXBlIjowLCJQYXJlbnRTdHlsZSI6bnVsbH0sIlBhcmVudFN0eWxlIjp7IiRyZWYiOiI4MyJ9fSwiRHVyYXRpb25TdHlsZSI6eyIkaWQiOiIyNzYiLCJGb250U2V0dGluZ3MiOnsiJGlkIjoiMjc3IiwiRm9udFNpemUiOjEwLCJGb250TmFtZSI6IkNhbGlicmkiLCJJc0JvbGQiOmZhbHNlLCJJc0l0YWxpYyI6ZmFsc2UsIklzVW5kZXJsaW5lZCI6ZmFsc2UsIlBhcmVudFN0eWxlIjp7IiRyZWYiOiI5MSJ9fSwiQXV0b1NpemUiOjAsIkZvcmVncm91bmQiOnsiJHJlZiI6IjkyIn0sIk1heFdpZHRoIjoyMDAuMCwiTWF4SGVpZ2h0IjoiSW5maW5pdHkiLCJTbWFydEZvcmVncm91bmRJc0FjdGl2ZSI6ZmFsc2UsIkhvcml6b250YWxBbGlnbm1lbnQiOjAsIlZlcnRpY2FsQWxpZ25tZW50IjowLCJTbWFydEZvcmVncm91bmQiOm51bGwsIkJhY2tncm91bmRGaWxsVHlwZSI6MCwiTWFyZ2luIjp7IiRyZWYiOiI5NCJ9LCJQYWRkaW5nIjp7IiRyZWYiOiI5NSJ9LCJCYWNrZ3JvdW5kIjp7IiRyZWYiOiI5NiJ9LCJJc1Zpc2libGUiOnRydWUsIldpZHRoIjowLjAsIkhlaWdodCI6MC4wLCJCb3JkZXJTdHlsZSI6eyIkaWQiOiIyNzgiLCJMaW5lQ29sb3IiOm51bGwsIkxpbmVXZWlnaHQiOjAuMCwiTGluZVR5cGUiOjAsIlBhcmVudFN0eWxlIjpudWxsfSwiUGFyZW50U3R5bGUiOnsiJHJlZiI6IjkwIn19LCJIb3Jpem9udGFsQ29ubmVjdG9yU3R5bGUiOnsiJGlkIjoiMjc5IiwiTGluZUNvbG9yIjp7IiRyZWYiOiI5OCJ9LCJMaW5lV2VpZ2h0IjoxLjAsIkxpbmVUeXBlIjowLCJQYXJlbnRTdHlsZSI6eyIkcmVmIjoiOTcifX0sIlZlcnRpY2FsQ29ubmVjdG9yU3R5bGUiOnsiJGlkIjoiMjgwIiwiTGluZUNvbG9yIjp7IiRyZWYiOiIxMDEifSwiTGluZVdlaWdodCI6MC4wLCJMaW5lVHlwZSI6MCwiUGFyZW50U3R5bGUiOnsiJHJlZiI6IjEwMCJ9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yODEiLCJNYXJnaW4iOnsiJHJlZiI6IjEwNCJ9LCJQYWRkaW5nIjp7IiRyZWYiOiIxMDUifSwiQmFja2dyb3VuZCI6eyIkaWQiOiIyODIiLCJDb2xvciI6eyIkaWQiOiIyODMiLCJBIjoyNTUsIlIiOjExNCwiRyI6MTM0LCJCIjo4M319LCJJc1Zpc2libGUiOnRydWUsIldpZHRoIjowLjAsIkhlaWdodCI6MTYuMCwiQm9yZGVyU3R5bGUiOnsiJGlkIjoiMjg0IiwiTGluZUNvbG9yIjp7IiRyZWYiOiIxMDkifSwiTGluZVdlaWdodCI6MC4wLCJMaW5lVHlwZSI6MCwiUGFyZW50U3R5bGUiOnsiJHJlZiI6IjEwOCJ9fSwiUGFyZW50U3R5bGUiOnsiJHJlZiI6IjEwMyJ9fSwiVGl0bGVTdHlsZSI6eyIkaWQiOiIyODUiLCJGb250U2V0dGluZ3MiOnsiJGlkIjoiMjg2IiwiRm9udFNpemUiOjExLCJGb250TmFtZSI6IkNhbGlicmkiLCJJc0JvbGQiOnRydWUsIklzSXRhbGljIjpmYWxzZSwiSXNVbmRlcmxpbmVkIjpmYWxzZSwiUGFyZW50U3R5bGUiOnsiJHJlZiI6IjExMiJ9fSwiQXV0b1NpemUiOjAsIkZvcmVncm91bmQiOnsiJHJlZiI6IjExMyJ9LCJNYXhXaWR0aCI6NzIwLjAsIk1heEhlaWdodCI6IkluZmluaXR5IiwiU21hcnRGb3JlZ3JvdW5kSXNBY3RpdmUiOmZhbHNlLCJIb3Jpem9udGFsQWxpZ25tZW50IjowLCJWZXJ0aWNhbEFsaWdubWVudCI6MCwiU21hcnRGb3JlZ3JvdW5kIjpudWxsLCJCYWNrZ3JvdW5kRmlsbFR5cGUiOjAsIk1hcmdpbiI6eyIkcmVmIjoiMTE1In0sIlBhZGRpbmciOnsiJHJlZiI6IjExNiJ9LCJCYWNrZ3JvdW5kIjp7IiRyZWYiOiIxMTcifSwiSXNWaXNpYmxlIjp0cnVlLCJXaWR0aCI6MC4wLCJIZWlnaHQiOjAuMCwiQm9yZGVyU3R5bGUiOnsiJGlkIjoiMjg3IiwiTGluZUNvbG9yIjpudWxsLCJMaW5lV2VpZ2h0IjowLjAsIkxpbmVUeXBlIjowLCJQYXJlbnRTdHlsZSI6bnVsbH0sIlBhcmVudFN0eWxlIjp7IiRyZWYiOiIxMTEifX0sIkRhdGVTdHlsZSI6eyIkaWQiOiIyODgiLCJGb250U2V0dGluZ3MiOnsiJGlkIjoiMjg5IiwiRm9udFNpemUiOjEwLCJGb250TmFtZSI6IkNhbGlicmkiLCJJc0JvbGQiOmZhbHNlLCJJc0l0YWxpYyI6ZmFsc2UsIklzVW5kZXJsaW5lZCI6ZmFsc2UsIlBhcmVudFN0eWxlIjp7IiRyZWYiOiIxMTkifX0sIkF1dG9TaXplIjowLCJGb3JlZ3JvdW5kIjp7IiRyZWYiOiIxMjAifSwiTWF4V2lkdGgiOjIwMC4wLCJNYXhIZWlnaHQiOiJJbmZpbml0eSIsIlNtYXJ0Rm9yZWdyb3VuZElzQWN0aXZlIjpmYWxzZSwiSG9yaXpvbnRhbEFsaWdubWVudCI6MC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5MCIsIkxpbmVDb2xvciI6bnVsbCwiTGluZVdlaWdodCI6MC4wLCJMaW5lVHlwZSI6MCwiUGFyZW50U3R5bGUiOm51bGx9LCJQYXJlbnRTdHlsZSI6eyIkcmVmIjoiMTE4In19LCJEYXRlRm9ybWF0Ijp7IiRyZWYiOiIxMjUifSwiSXNWaXNpYmxlIjp0cnVlLCJQYXJlbnRTdHlsZSI6eyIkcmVmIjoiODIifX0sIkluZGV4IjoxMCwiU21hcnREdXJhdGlvbkFjdGl2YXRlZCI6ZmFsc2UsIkRhdGVGb3JtYXQiOnsiJHJlZiI6IjEyNSJ9LCJJZCI6IjdmMDI1ODYzLWI1NDMtNGY5Yy1hNmYwLTgzZDU2Y2FjNDgyMCIsIkltcG9ydElkIjpudWxsLCJUaXRsZSI6IlBlZXIgUmV2aWV3IiwiTm90ZSI6bnVsbCwiSHlwZXJsaW5rIjpudWxsLCJJc0NoYW5nZWQiOmZhbHNlLCJJc05ldyI6ZmFsc2V9LHsiJGlkIjoiMjkxIiwiR3JvdXBOYW1lIjpudWxsLCJTdGFydERhdGUiOiIyMDE5LTAxLTE0VDAwOjAwOjAwWiIsIkVuZERhdGUiOiIyMDE5LTAxLTIxVDIzOjU5OjAwWiIsIlBlcmNlbnRhZ2VDb21wbGV0ZSI6bnVsbCwiU3R5bGUiOnsiJGlkIjoiMjkyIiwiU2hhcGUiOjAsIlNoYXBlVGhpY2tuZXNzIjoxLCJEdXJhdGlvbkZvcm1hdCI6MCwiSW5jbHVkZU5vbldvcmtpbmdEYXlzSW5EdXJhdGlvbiI6dHJ1ZSwiUGVyY2VudGFnZUNvbXBsZXRlU3R5bGUiOnsiJGlkIjoiMjkzIiwiRm9udFNldHRpbmdzIjp7IiRpZCI6IjI5NCIsIkZvbnRTaXplIjoxMCwiRm9udE5hbWUiOiJDYWxpYnJpIiwiSXNCb2xkIjpmYWxzZSwiSXNJdGFsaWMiOmZhbHNlLCJJc1VuZGVybGluZWQiOmZhbHNlLCJQYXJlbnRTdHlsZSI6eyIkcmVmIjoiODQifX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k1IiwiTGluZUNvbG9yIjpudWxsLCJMaW5lV2VpZ2h0IjowLjAsIkxpbmVUeXBlIjowLCJQYXJlbnRTdHlsZSI6bnVsbH0sIlBhcmVudFN0eWxlIjp7IiRyZWYiOiI4MyJ9fSwiRHVyYXRpb25TdHlsZSI6eyIkaWQiOiIyOTYiLCJGb250U2V0dGluZ3MiOnsiJGlkIjoiMjk3IiwiRm9udFNpemUiOjEwLCJGb250TmFtZSI6IkNhbGlicmkiLCJJc0JvbGQiOmZhbHNlLCJJc0l0YWxpYyI6ZmFsc2UsIklzVW5kZXJsaW5lZCI6ZmFsc2UsIlBhcmVudFN0eWxlIjp7IiRyZWYiOiI5MSJ9fSwiQXV0b1NpemUiOjAsIkZvcmVncm91bmQiOnsiJHJlZiI6IjkyIn0sIk1heFdpZHRoIjoyMDAuMCwiTWF4SGVpZ2h0IjoiSW5maW5pdHkiLCJTbWFydEZvcmVncm91bmRJc0FjdGl2ZSI6ZmFsc2UsIkhvcml6b250YWxBbGlnbm1lbnQiOjAsIlZlcnRpY2FsQWxpZ25tZW50IjowLCJTbWFydEZvcmVncm91bmQiOm51bGwsIkJhY2tncm91bmRGaWxsVHlwZSI6MCwiTWFyZ2luIjp7IiRyZWYiOiI5NCJ9LCJQYWRkaW5nIjp7IiRyZWYiOiI5NSJ9LCJCYWNrZ3JvdW5kIjp7IiRyZWYiOiI5NiJ9LCJJc1Zpc2libGUiOnRydWUsIldpZHRoIjowLjAsIkhlaWdodCI6MC4wLCJCb3JkZXJTdHlsZSI6eyIkaWQiOiIyOTgiLCJMaW5lQ29sb3IiOm51bGwsIkxpbmVXZWlnaHQiOjAuMCwiTGluZVR5cGUiOjAsIlBhcmVudFN0eWxlIjpudWxsfSwiUGFyZW50U3R5bGUiOnsiJHJlZiI6IjkwIn19LCJIb3Jpem9udGFsQ29ubmVjdG9yU3R5bGUiOnsiJGlkIjoiMjk5IiwiTGluZUNvbG9yIjp7IiRyZWYiOiI5OCJ9LCJMaW5lV2VpZ2h0IjoxLjAsIkxpbmVUeXBlIjowLCJQYXJlbnRTdHlsZSI6eyIkcmVmIjoiOTcifX0sIlZlcnRpY2FsQ29ubmVjdG9yU3R5bGUiOnsiJGlkIjoiMzAwIiwiTGluZUNvbG9yIjp7IiRyZWYiOiIxMDEifSwiTGluZVdlaWdodCI6MC4wLCJMaW5lVHlwZSI6MCwiUGFyZW50U3R5bGUiOnsiJHJlZiI6IjEwMCJ9fSwiTWFyZ2luIjpudWxsLCJTdGFydERhdGVQb3NpdGlvbiI6NCwiRW5kRGF0ZVBvc2l0aW9uIjo0LCJEYXRlSXNWaXNpYmxlIjp0cnVlLCJUaXRsZVBvc2l0aW9uIjo1LCJEdXJhdGlvblBvc2l0aW9uIjo2LCJQZXJjZW50YWdlQ29tcGxldGVkUG9zaXRpb24iOjYsIlNwYWNpbmciOjUsIklzQmVsb3dUaW1lYmFuZCI6dHJ1ZSwiUGVyY2VudGFnZUNvbXBsZXRlU2hhcGVPcGFjaXR5IjozNSwiU2hhcGVTdHlsZSI6eyIkaWQiOiIzMDEiLCJNYXJnaW4iOnsiJHJlZiI6IjEwNCJ9LCJQYWRkaW5nIjp7IiRyZWYiOiIxMDUifSwiQmFja2dyb3VuZCI6eyIkaWQiOiIzMDIiLCJDb2xvciI6eyIkaWQiOiIzMDMiLCJBIjoyNTUsIlIiOjEwNiwiRyI6MTcyLCJCIjoxNDV9fSwiSXNWaXNpYmxlIjp0cnVlLCJXaWR0aCI6MC4wLCJIZWlnaHQiOjE2LjAsIkJvcmRlclN0eWxlIjp7IiRpZCI6IjMwNCIsIkxpbmVDb2xvciI6eyIkcmVmIjoiMTA5In0sIkxpbmVXZWlnaHQiOjAuMCwiTGluZVR5cGUiOjAsIlBhcmVudFN0eWxlIjp7IiRyZWYiOiIxMDgifX0sIlBhcmVudFN0eWxlIjp7IiRyZWYiOiIxMDMifX0sIlRpdGxlU3R5bGUiOnsiJGlkIjoiMzA1IiwiRm9udFNldHRpbmdzIjp7IiRpZCI6IjMwNiIsIkZvbnRTaXplIjoxMSwiRm9udE5hbWUiOiJDYWxpYnJpIiwiSXNCb2xkIjp0cnVlLCJJc0l0YWxpYyI6ZmFsc2UsIklzVW5kZXJsaW5lZCI6ZmFsc2UsIlBhcmVudFN0eWxlIjp7IiRyZWYiOiIxMTIifX0sIkF1dG9TaXplIjowLCJGb3JlZ3JvdW5kIjp7IiRyZWYiOiIxMTMifSwiTWF4V2lkdGgiOjcyMC4wLCJNYXhIZWlnaHQiOiJJbmZpbml0eSIsIlNtYXJ0Rm9yZWdyb3VuZElzQWN0aXZlIjpmYWxzZSwiSG9yaXpvbnRhbEFsaWdubWVudCI6MCwiVmVydGljYWxBbGlnbm1lbnQiOjAsIlNtYXJ0Rm9yZWdyb3VuZCI6bnVsbCwiQmFja2dyb3VuZEZpbGxUeXBlIjowLCJNYXJnaW4iOnsiJHJlZiI6IjExNSJ9LCJQYWRkaW5nIjp7IiRyZWYiOiIxMTYifSwiQmFja2dyb3VuZCI6eyIkcmVmIjoiMTE3In0sIklzVmlzaWJsZSI6dHJ1ZSwiV2lkdGgiOjAuMCwiSGVpZ2h0IjowLjAsIkJvcmRlclN0eWxlIjp7IiRpZCI6IjMwNyIsIkxpbmVDb2xvciI6bnVsbCwiTGluZVdlaWdodCI6MC4wLCJMaW5lVHlwZSI6MCwiUGFyZW50U3R5bGUiOm51bGx9LCJQYXJlbnRTdHlsZSI6eyIkcmVmIjoiMTExIn19LCJEYXRlU3R5bGUiOnsiJGlkIjoiMzA4IiwiRm9udFNldHRpbmdzIjp7IiRpZCI6IjMwOSIsIkZvbnRTaXplIjoxMCwiRm9udE5hbWUiOiJDYWxpYnJpIiwiSXNCb2xkIjpmYWxzZSwiSXNJdGFsaWMiOmZhbHNlLCJJc1VuZGVybGluZWQiOmZhbHNlLCJQYXJlbnRTdHlsZSI6eyIkcmVmIjoiMTE5In19LCJBdXRvU2l6ZSI6MCwiRm9yZWdyb3VuZCI6eyIkcmVmIjoiMTIwIn0sIk1heFdpZHRoIjoyMDAuMCwiTWF4SGVpZ2h0IjoiSW5maW5pdHkiLCJTbWFydEZvcmVncm91bmRJc0FjdGl2ZSI6ZmFsc2UsIkhvcml6b250YWxBbGlnbm1lbnQiOjA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zMTAiLCJMaW5lQ29sb3IiOm51bGwsIkxpbmVXZWlnaHQiOjAuMCwiTGluZVR5cGUiOjAsIlBhcmVudFN0eWxlIjpudWxsfSwiUGFyZW50U3R5bGUiOnsiJHJlZiI6IjExOCJ9fSwiRGF0ZUZvcm1hdCI6eyIkcmVmIjoiMTI1In0sIklzVmlzaWJsZSI6dHJ1ZSwiUGFyZW50U3R5bGUiOnsiJHJlZiI6IjgyIn19LCJJbmRleCI6MTEsIlNtYXJ0RHVyYXRpb25BY3RpdmF0ZWQiOmZhbHNlLCJEYXRlRm9ybWF0Ijp7IiRyZWYiOiIxMjUifSwiSWQiOiI4N2VlNDk4Yi05YjAyLTRlNzItYTlmZC00YmYwYjkzYTkwN2UiLCJJbXBvcnRJZCI6bnVsbCwiVGl0bGUiOiJTY3J1bSBSZXZpZXciLCJOb3RlIjpudWxsLCJIeXBlcmxpbmsiOm51bGwsIklzQ2hhbmdlZCI6ZmFsc2UsIklzTmV3IjpmYWxzZX0seyIkaWQiOiIzMTEiLCJHcm91cE5hbWUiOm51bGwsIlN0YXJ0RGF0ZSI6IjIwMTktMDEtMjJUMDA6MDA6MDBaIiwiRW5kRGF0ZSI6IjIwMTktMDEtMjNUMjM6NTk6MDBaIiwiUGVyY2VudGFnZUNvbXBsZXRlIjpudWxsLCJTdHlsZSI6eyIkaWQiOiIzMTIiLCJTaGFwZSI6MCwiU2hhcGVUaGlja25lc3MiOjEsIkR1cmF0aW9uRm9ybWF0IjowLCJJbmNsdWRlTm9uV29ya2luZ0RheXNJbkR1cmF0aW9uIjp0cnVlLCJQZXJjZW50YWdlQ29tcGxldGVTdHlsZSI6eyIkaWQiOiIzMTMiLCJGb250U2V0dGluZ3MiOnsiJGlkIjoiMzE0IiwiRm9udFNpemUiOjEwLCJGb250TmFtZSI6IkNhbGlicmkiLCJJc0JvbGQiOmZhbHNlLCJJc0l0YWxpYyI6ZmFsc2UsIklzVW5kZXJsaW5lZCI6ZmFsc2UsIlBhcmVudFN0eWxlIjp7IiRyZWYiOiI4NCJ9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zMTUiLCJMaW5lQ29sb3IiOm51bGwsIkxpbmVXZWlnaHQiOjAuMCwiTGluZVR5cGUiOjAsIlBhcmVudFN0eWxlIjpudWxsfSwiUGFyZW50U3R5bGUiOnsiJHJlZiI6IjgzIn19LCJEdXJhdGlvblN0eWxlIjp7IiRpZCI6IjMxNiIsIkZvbnRTZXR0aW5ncyI6eyIkaWQiOiIzMTciLCJGb250U2l6ZSI6MTAsIkZvbnROYW1lIjoiQ2FsaWJyaSIsIklzQm9sZCI6ZmFsc2UsIklzSXRhbGljIjpmYWxzZSwiSXNVbmRlcmxpbmVkIjpmYWxzZSwiUGFyZW50U3R5bGUiOnsiJHJlZiI6IjkxIn19LCJBdXRvU2l6ZSI6MCwiRm9yZWdyb3VuZCI6eyIkcmVmIjoiOTIifSwiTWF4V2lkdGgiOjIwMC4wLCJNYXhIZWlnaHQiOiJJbmZpbml0eSIsIlNtYXJ0Rm9yZWdyb3VuZElzQWN0aXZlIjpmYWxzZSwiSG9yaXpvbnRhbEFsaWdubWVudCI6MCwiVmVydGljYWxBbGlnbm1lbnQiOjAsIlNtYXJ0Rm9yZWdyb3VuZCI6bnVsbCwiQmFja2dyb3VuZEZpbGxUeXBlIjowLCJNYXJnaW4iOnsiJHJlZiI6Ijk0In0sIlBhZGRpbmciOnsiJHJlZiI6Ijk1In0sIkJhY2tncm91bmQiOnsiJHJlZiI6Ijk2In0sIklzVmlzaWJsZSI6dHJ1ZSwiV2lkdGgiOjAuMCwiSGVpZ2h0IjowLjAsIkJvcmRlclN0eWxlIjp7IiRpZCI6IjMxOCIsIkxpbmVDb2xvciI6bnVsbCwiTGluZVdlaWdodCI6MC4wLCJMaW5lVHlwZSI6MCwiUGFyZW50U3R5bGUiOm51bGx9LCJQYXJlbnRTdHlsZSI6eyIkcmVmIjoiOTAifX0sIkhvcml6b250YWxDb25uZWN0b3JTdHlsZSI6eyIkaWQiOiIzMTkiLCJMaW5lQ29sb3IiOnsiJHJlZiI6Ijk4In0sIkxpbmVXZWlnaHQiOjEuMCwiTGluZVR5cGUiOjAsIlBhcmVudFN0eWxlIjp7IiRyZWYiOiI5NyJ9fSwiVmVydGljYWxDb25uZWN0b3JTdHlsZSI6eyIkaWQiOiIzMjAiLCJMaW5lQ29sb3IiOnsiJHJlZiI6IjEwMSJ9LCJMaW5lV2VpZ2h0IjowLjAsIkxpbmVUeXBlIjowLCJQYXJlbnRTdHlsZSI6eyIkcmVmIjoiMTAwIn19LCJNYXJnaW4iOm51bGwsIlN0YXJ0RGF0ZVBvc2l0aW9uIjo0LCJFbmREYXRlUG9zaXRpb24iOjQsIkRhdGVJc1Zpc2libGUiOnRydWUsIlRpdGxlUG9zaXRpb24iOjUsIkR1cmF0aW9uUG9zaXRpb24iOjYsIlBlcmNlbnRhZ2VDb21wbGV0ZWRQb3NpdGlvbiI6NiwiU3BhY2luZyI6NSwiSXNCZWxvd1RpbWViYW5kIjp0cnVlLCJQZXJjZW50YWdlQ29tcGxldGVTaGFwZU9wYWNpdHkiOjM1LCJTaGFwZVN0eWxlIjp7IiRpZCI6IjMyMSIsIk1hcmdpbiI6eyIkcmVmIjoiMTA0In0sIlBhZGRpbmciOnsiJHJlZiI6IjEwNSJ9LCJCYWNrZ3JvdW5kIjp7IiRpZCI6IjMyMiIsIkNvbG9yIjp7IiRpZCI6IjMyMyIsIkEiOjI1NSwiUiI6MTA2LCJHIjoxNzIsIkIiOjE0NX19LCJJc1Zpc2libGUiOnRydWUsIldpZHRoIjowLjAsIkhlaWdodCI6MTYuMCwiQm9yZGVyU3R5bGUiOnsiJGlkIjoiMzI0IiwiTGluZUNvbG9yIjp7IiRyZWYiOiIxMDkifSwiTGluZVdlaWdodCI6MC4wLCJMaW5lVHlwZSI6MCwiUGFyZW50U3R5bGUiOnsiJHJlZiI6IjEwOCJ9fSwiUGFyZW50U3R5bGUiOnsiJHJlZiI6IjEwMyJ9fSwiVGl0bGVTdHlsZSI6eyIkaWQiOiIzMjUiLCJGb250U2V0dGluZ3MiOnsiJGlkIjoiMzI2IiwiRm9udFNpemUiOjExLCJGb250TmFtZSI6IkNhbGlicmkiLCJJc0JvbGQiOnRydWUsIklzSXRhbGljIjpmYWxzZSwiSXNVbmRlcmxpbmVkIjpmYWxzZSwiUGFyZW50U3R5bGUiOnsiJHJlZiI6IjExMiJ9fSwiQXV0b1NpemUiOjAsIkZvcmVncm91bmQiOnsiJHJlZiI6IjExMyJ9LCJNYXhXaWR0aCI6NzIwLjAsIk1heEhlaWdodCI6IkluZmluaXR5IiwiU21hcnRGb3JlZ3JvdW5kSXNBY3RpdmUiOmZhbHNlLCJIb3Jpem9udGFsQWxpZ25tZW50IjowLCJWZXJ0aWNhbEFsaWdubWVudCI6MCwiU21hcnRGb3JlZ3JvdW5kIjpudWxsLCJCYWNrZ3JvdW5kRmlsbFR5cGUiOjAsIk1hcmdpbiI6eyIkcmVmIjoiMTE1In0sIlBhZGRpbmciOnsiJHJlZiI6IjExNiJ9LCJCYWNrZ3JvdW5kIjp7IiRyZWYiOiIxMTcifSwiSXNWaXNpYmxlIjp0cnVlLCJXaWR0aCI6MC4wLCJIZWlnaHQiOjAuMCwiQm9yZGVyU3R5bGUiOnsiJGlkIjoiMzI3IiwiTGluZUNvbG9yIjpudWxsLCJMaW5lV2VpZ2h0IjowLjAsIkxpbmVUeXBlIjowLCJQYXJlbnRTdHlsZSI6bnVsbH0sIlBhcmVudFN0eWxlIjp7IiRyZWYiOiIxMTEifX0sIkRhdGVTdHlsZSI6eyIkaWQiOiIzMjgiLCJGb250U2V0dGluZ3MiOnsiJGlkIjoiMzI5IiwiRm9udFNpemUiOjEwLCJGb250TmFtZSI6IkNhbGlicmkiLCJJc0JvbGQiOmZhbHNlLCJJc0l0YWxpYyI6ZmFsc2UsIklzVW5kZXJsaW5lZCI6ZmFsc2UsIlBhcmVudFN0eWxlIjp7IiRyZWYiOiIxMTkifX0sIkF1dG9TaXplIjowLCJGb3JlZ3JvdW5kIjp7IiRyZWYiOiIxMjAifSwiTWF4V2lkdGgiOjIwMC4wLCJNYXhIZWlnaHQiOiJJbmZpbml0eSIsIlNtYXJ0Rm9yZWdyb3VuZElzQWN0aXZlIjpmYWxzZSwiSG9yaXpvbnRhbEFsaWdubWVudCI6MC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MzMCIsIkxpbmVDb2xvciI6bnVsbCwiTGluZVdlaWdodCI6MC4wLCJMaW5lVHlwZSI6MCwiUGFyZW50U3R5bGUiOm51bGx9LCJQYXJlbnRTdHlsZSI6eyIkcmVmIjoiMTE4In19LCJEYXRlRm9ybWF0Ijp7IiRyZWYiOiIxMjUifSwiSXNWaXNpYmxlIjp0cnVlLCJQYXJlbnRTdHlsZSI6eyIkcmVmIjoiODIifX0sIkluZGV4IjoxMiwiU21hcnREdXJhdGlvbkFjdGl2YXRlZCI6ZmFsc2UsIkRhdGVGb3JtYXQiOnsiJHJlZiI6IjEyNSJ9LCJJZCI6IjNkNTUyNGIyLTIwZWEtNDIzMi1iMmFjLWE0ZGNlYjFmZDI0ZiIsIkltcG9ydElkIjpudWxsLCJUaXRsZSI6IlBPIFJldmlldyIsIk5vdGUiOm51bGwsIkh5cGVybGluayI6bnVsbCwiSXNDaGFuZ2VkIjpmYWxzZSwiSXNOZXciOmZhbHNlfSx7IiRpZCI6IjMzMSIsIkdyb3VwTmFtZSI6bnVsbCwiU3RhcnREYXRlIjoiMjAxOS0wMS0yNVQwMDowMDowMFoiLCJFbmREYXRlIjoiMjAxOS0wMS0yNVQyMzo1OTowMFoiLCJQZXJjZW50YWdlQ29tcGxldGUiOm51bGwsIlN0eWxlIjp7IiRpZCI6IjMzMiIsIlNoYXBlIjowLCJTaGFwZVRoaWNrbmVzcyI6MSwiRHVyYXRpb25Gb3JtYXQiOjAsIkluY2x1ZGVOb25Xb3JraW5nRGF5c0luRHVyYXRpb24iOnRydWUsIlBlcmNlbnRhZ2VDb21wbGV0ZVN0eWxlIjp7IiRpZCI6IjMzMyIsIkZvbnRTZXR0aW5ncyI6eyIkaWQiOiIzMzQiLCJGb250U2l6ZSI6MTAsIkZvbnROYW1lIjoiQ2FsaWJyaSIsIklzQm9sZCI6ZmFsc2UsIklzSXRhbGljIjpmYWxzZSwiSXNVbmRlcmxpbmVkIjpmYWxzZSwiUGFyZW50U3R5bGUiOnsiJHJlZiI6Ijg0In1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MzNSIsIkxpbmVDb2xvciI6bnVsbCwiTGluZVdlaWdodCI6MC4wLCJMaW5lVHlwZSI6MCwiUGFyZW50U3R5bGUiOm51bGx9LCJQYXJlbnRTdHlsZSI6eyIkcmVmIjoiODMifX0sIkR1cmF0aW9uU3R5bGUiOnsiJGlkIjoiMzM2IiwiRm9udFNldHRpbmdzIjp7IiRpZCI6IjMzNyIsIkZvbnRTaXplIjoxMCwiRm9udE5hbWUiOiJDYWxpYnJpIiwiSXNCb2xkIjpmYWxzZSwiSXNJdGFsaWMiOmZhbHNlLCJJc1VuZGVybGluZWQiOmZhbHNlLCJQYXJlbnRTdHlsZSI6eyIkcmVmIjoiOTEifX0sIkF1dG9TaXplIjowLCJGb3JlZ3JvdW5kIjp7IiRyZWYiOiI5MiJ9LCJNYXhXaWR0aCI6MjAwLjAsIk1heEhlaWdodCI6IkluZmluaXR5IiwiU21hcnRGb3JlZ3JvdW5kSXNBY3RpdmUiOmZhbHNlLCJIb3Jpem9udGFsQWxpZ25tZW50IjowLCJWZXJ0aWNhbEFsaWdubWVudCI6MCwiU21hcnRGb3JlZ3JvdW5kIjpudWxsLCJCYWNrZ3JvdW5kRmlsbFR5cGUiOjAsIk1hcmdpbiI6eyIkcmVmIjoiOTQifSwiUGFkZGluZyI6eyIkcmVmIjoiOTUifSwiQmFja2dyb3VuZCI6eyIkcmVmIjoiOTYifSwiSXNWaXNpYmxlIjp0cnVlLCJXaWR0aCI6MC4wLCJIZWlnaHQiOjAuMCwiQm9yZGVyU3R5bGUiOnsiJGlkIjoiMzM4IiwiTGluZUNvbG9yIjpudWxsLCJMaW5lV2VpZ2h0IjowLjAsIkxpbmVUeXBlIjowLCJQYXJlbnRTdHlsZSI6bnVsbH0sIlBhcmVudFN0eWxlIjp7IiRyZWYiOiI5MCJ9fSwiSG9yaXpvbnRhbENvbm5lY3RvclN0eWxlIjp7IiRpZCI6IjMzOSIsIkxpbmVDb2xvciI6eyIkcmVmIjoiOTgifSwiTGluZVdlaWdodCI6MS4wLCJMaW5lVHlwZSI6MCwiUGFyZW50U3R5bGUiOnsiJHJlZiI6Ijk3In19LCJWZXJ0aWNhbENvbm5lY3RvclN0eWxlIjp7IiRpZCI6IjM0MCIsIkxpbmVDb2xvciI6eyIkcmVmIjoiMTAxIn0sIkxpbmVXZWlnaHQiOjAuMCwiTGluZVR5cGUiOjAsIlBhcmVudFN0eWxlIjp7IiRyZWYiOiIxMDAifX0sIk1hcmdpbiI6bnVsbCwiU3RhcnREYXRlUG9zaXRpb24iOjQsIkVuZERhdGVQb3NpdGlvbiI6NCwiRGF0ZUlzVmlzaWJsZSI6dHJ1ZSwiVGl0bGVQb3NpdGlvbiI6NSwiRHVyYXRpb25Qb3NpdGlvbiI6NiwiUGVyY2VudGFnZUNvbXBsZXRlZFBvc2l0aW9uIjo2LCJTcGFjaW5nIjo1LCJJc0JlbG93VGltZWJhbmQiOnRydWUsIlBlcmNlbnRhZ2VDb21wbGV0ZVNoYXBlT3BhY2l0eSI6MzUsIlNoYXBlU3R5bGUiOnsiJGlkIjoiMzQxIiwiTWFyZ2luIjp7IiRyZWYiOiIxMDQifSwiUGFkZGluZyI6eyIkcmVmIjoiMTA1In0sIkJhY2tncm91bmQiOnsiJGlkIjoiMzQyIiwiQ29sb3IiOnsiJGlkIjoiMzQzIiwiQSI6MjU1LCJSIjoxMDYsIkciOjE3MiwiQiI6MTQ1fX0sIklzVmlzaWJsZSI6dHJ1ZSwiV2lkdGgiOjAuMCwiSGVpZ2h0IjoxNi4wLCJCb3JkZXJTdHlsZSI6eyIkaWQiOiIzNDQiLCJMaW5lQ29sb3IiOnsiJHJlZiI6IjEwOSJ9LCJMaW5lV2VpZ2h0IjowLjAsIkxpbmVUeXBlIjowLCJQYXJlbnRTdHlsZSI6eyIkcmVmIjoiMTA4In19LCJQYXJlbnRTdHlsZSI6eyIkcmVmIjoiMTAzIn19LCJUaXRsZVN0eWxlIjp7IiRpZCI6IjM0NSIsIkZvbnRTZXR0aW5ncyI6eyIkaWQiOiIzNDYiLCJGb250U2l6ZSI6MTEsIkZvbnROYW1lIjoiQ2FsaWJyaSIsIklzQm9sZCI6dHJ1ZSwiSXNJdGFsaWMiOmZhbHNlLCJJc1VuZGVybGluZWQiOmZhbHNlLCJQYXJlbnRTdHlsZSI6eyIkcmVmIjoiMTEyIn19LCJBdXRvU2l6ZSI6MCwiRm9yZWdyb3VuZCI6eyIkcmVmIjoiMTEzIn0sIk1heFdpZHRoIjo3MjAuMCwiTWF4SGVpZ2h0IjoiSW5maW5pdHkiLCJTbWFydEZvcmVncm91bmRJc0FjdGl2ZSI6ZmFsc2UsIkhvcml6b250YWxBbGlnbm1lbnQiOjAsIlZlcnRpY2FsQWxpZ25tZW50IjowLCJTbWFydEZvcmVncm91bmQiOm51bGwsIkJhY2tncm91bmRGaWxsVHlwZSI6MCwiTWFyZ2luIjp7IiRyZWYiOiIxMTUifSwiUGFkZGluZyI6eyIkcmVmIjoiMTE2In0sIkJhY2tncm91bmQiOnsiJHJlZiI6IjExNyJ9LCJJc1Zpc2libGUiOnRydWUsIldpZHRoIjowLjAsIkhlaWdodCI6MC4wLCJCb3JkZXJTdHlsZSI6eyIkaWQiOiIzNDciLCJMaW5lQ29sb3IiOm51bGwsIkxpbmVXZWlnaHQiOjAuMCwiTGluZVR5cGUiOjAsIlBhcmVudFN0eWxlIjpudWxsfSwiUGFyZW50U3R5bGUiOnsiJHJlZiI6IjExMSJ9fSwiRGF0ZVN0eWxlIjp7IiRpZCI6IjM0OCIsIkZvbnRTZXR0aW5ncyI6eyIkaWQiOiIzNDkiLCJGb250U2l6ZSI6MTAsIkZvbnROYW1lIjoiQ2FsaWJyaSIsIklzQm9sZCI6ZmFsc2UsIklzSXRhbGljIjpmYWxzZSwiSXNVbmRlcmxpbmVkIjpmYWxzZSwiUGFyZW50U3R5bGUiOnsiJHJlZiI6IjExOSJ9fSwiQXV0b1NpemUiOjAsIkZvcmVncm91bmQiOnsiJHJlZiI6IjEyMCJ9LCJNYXhXaWR0aCI6MjAwLjAsIk1heEhlaWdodCI6IkluZmluaXR5IiwiU21hcnRGb3JlZ3JvdW5kSXNBY3RpdmUiOmZhbHNlLCJIb3Jpem9udGFsQWxpZ25tZW50Ijow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zUwIiwiTGluZUNvbG9yIjpudWxsLCJMaW5lV2VpZ2h0IjowLjAsIkxpbmVUeXBlIjowLCJQYXJlbnRTdHlsZSI6bnVsbH0sIlBhcmVudFN0eWxlIjp7IiRyZWYiOiIxMTgifX0sIkRhdGVGb3JtYXQiOnsiJHJlZiI6IjEyNSJ9LCJJc1Zpc2libGUiOnRydWUsIlBhcmVudFN0eWxlIjp7IiRyZWYiOiI4MiJ9fSwiSW5kZXgiOjEzLCJTbWFydER1cmF0aW9uQWN0aXZhdGVkIjpmYWxzZSwiRGF0ZUZvcm1hdCI6eyIkcmVmIjoiMTI1In0sIklkIjoiNzNhNzUzZmMtM2ViMC00Y2NlLThhNzQtZjVmMmVlNDc1ZmRmIiwiSW1wb3J0SWQiOm51bGwsIlRpdGxlIjoiUE0gUmV2aWV3IiwiTm90ZSI6bnVsbCwiSHlwZXJsaW5rIjpudWxsLCJJc0NoYW5nZWQiOmZhbHNlLCJJc05ldyI6ZmFsc2V9XSwiTXNQcm9qZWN0SXRlbXNUcmVlIjp7IiRpZCI6IjM1MSIsIlJvb3QiOnsiSW1wb3J0SWQiOm51bGwsIklzSW1wb3J0ZWQiOmZhbHNlLCJDaGlsZHJlbiI6W119fSwiTWV0YWRhdGEiOnsiJGlkIjoiMzUyIiwiUmVjZW50Q29sb3JzQ29sbGVjdGlvbiI6IltdIn0sIlNldHRpbmdzIjp7IiRpZCI6IjM1MyIsIkltcGFPcHRpb25zIjp7IiRpZCI6IjM1NCIsIkxlZnRUb1JpZ2h0IjpmYWxzZSwiUGF5bG9hZE9wdGlvbnMiOjJ9LCJVc2VDb21wcmVzc2lvbiI6ZmFsc2UsIkNvbXByZXNpb25QZXJjZW50YWdlIjowLjAsIkluYWN0aXZlSW50ZXJ2YWxXaWR0aFRocmVzaG9sZCI6MC4wLCJJbmFjdGl2ZUludGVydmFsV2lkdGgiOjAuMCwiU3BsaXRUYXNrcyI6ZmFsc2UsIlVzZUNsdXN0ZXIiOmZhbHNlLCJFcHNpbG9uIjowLjAsIk1pblBvaW50c1RvRm9ybUFDbHVzdGVyIjowLCJHZW5lcmF0ZUludmlzaWJsZVNoYXBlcyI6ZmFsc2UsIlNtYXJ0VGltZWxpbmVUYXNrUGVyY2VudGFnZUZpdCI6ZmFsc2V9LCJJc05ldyI6dHJ1ZSwiSW1wb3J0VHlwZSI6MCwiRmlsZVBhdGgiOm51bGwsIlRpbWVDb25maWd1cmF0aW9uIjp7IiRpZCI6IjM1NSIsIlVzZVRpbWUiOmZhbHNlLCJXb3JrRGF5U3RhcnQiOiIwMDowMDowMCIsIldvcmtEYXlFbmQiOiIyMzo1OTowMCJ9LCJMYXN0VXNlZFRlbXBsYXRlSWQiOiI3MzU1YjYzMy1hYzY2LTQ1MjgtOGI0ZC0yOTlmYWVkYzllZTkifQ=="/>
  <p:tag name="__MASTER" val="__part_0"/>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7547</TotalTime>
  <Words>1353</Words>
  <Application>Microsoft Office PowerPoint</Application>
  <PresentationFormat>Widescreen</PresentationFormat>
  <Paragraphs>180</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Wisp</vt:lpstr>
      <vt:lpstr>Success Story – Release Documentation in Agile</vt:lpstr>
      <vt:lpstr>Who am I?</vt:lpstr>
      <vt:lpstr>Topics Covered</vt:lpstr>
      <vt:lpstr>Objective</vt:lpstr>
      <vt:lpstr>Rationale</vt:lpstr>
      <vt:lpstr>PowerPoint Presentation</vt:lpstr>
      <vt:lpstr>Method Followed</vt:lpstr>
      <vt:lpstr>PowerPoint Presentation</vt:lpstr>
      <vt:lpstr>Stakeholder management and process setting</vt:lpstr>
      <vt:lpstr>Benefits</vt:lpstr>
      <vt:lpstr>Risk Mitigation</vt:lpstr>
      <vt:lpstr>Measured Metrics - Productivity</vt:lpstr>
      <vt:lpstr>Measured Metrics – Quality Score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Success Story – Writing in sync with Agile</dc:title>
  <dc:creator>Putcha, Sruti</dc:creator>
  <cp:lastModifiedBy>Putcha, Sruti</cp:lastModifiedBy>
  <cp:revision>48</cp:revision>
  <dcterms:created xsi:type="dcterms:W3CDTF">2018-12-04T14:14:55Z</dcterms:created>
  <dcterms:modified xsi:type="dcterms:W3CDTF">2018-12-10T10:29:05Z</dcterms:modified>
</cp:coreProperties>
</file>