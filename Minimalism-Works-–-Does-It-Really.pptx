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66" r:id="rId3"/>
    <p:sldId id="259" r:id="rId4"/>
    <p:sldId id="258" r:id="rId5"/>
    <p:sldId id="260" r:id="rId6"/>
    <p:sldId id="262" r:id="rId7"/>
    <p:sldId id="263" r:id="rId8"/>
    <p:sldId id="257" r:id="rId9"/>
    <p:sldId id="267" r:id="rId10"/>
    <p:sldId id="264" r:id="rId11"/>
    <p:sldId id="265" r:id="rId12"/>
    <p:sldId id="268" r:id="rId13"/>
    <p:sldId id="276" r:id="rId14"/>
    <p:sldId id="278" r:id="rId15"/>
    <p:sldId id="282" r:id="rId16"/>
    <p:sldId id="280" r:id="rId17"/>
    <p:sldId id="281" r:id="rId18"/>
    <p:sldId id="269" r:id="rId19"/>
    <p:sldId id="272" r:id="rId20"/>
    <p:sldId id="284" r:id="rId21"/>
    <p:sldId id="270" r:id="rId22"/>
    <p:sldId id="273" r:id="rId23"/>
    <p:sldId id="274" r:id="rId24"/>
    <p:sldId id="27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76980" autoAdjust="0"/>
  </p:normalViewPr>
  <p:slideViewPr>
    <p:cSldViewPr snapToGrid="0">
      <p:cViewPr varScale="1">
        <p:scale>
          <a:sx n="56" d="100"/>
          <a:sy n="56" d="100"/>
        </p:scale>
        <p:origin x="12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76FC3-C018-45B1-8963-54426B280033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F5143-B227-461B-9BE7-5C06AA09C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56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DIY – Assembly instructions (children)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852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DIY – Assembly instructions (Adults)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896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Brevity </a:t>
            </a:r>
          </a:p>
          <a:p>
            <a:r>
              <a:rPr lang="en-US" dirty="0"/>
              <a:t>Focus only on the main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8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Comic strips</a:t>
            </a:r>
          </a:p>
          <a:p>
            <a:r>
              <a:rPr lang="en-IN" dirty="0"/>
              <a:t>Endear the characters to the reader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dirty="0"/>
              <a:t>Push everything in 4 frames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dirty="0"/>
              <a:t>Bring a smile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dirty="0"/>
              <a:t>Lend perspective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dirty="0"/>
              <a:t>Peanuts, Dilbert, Dennis the Menace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032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IN" sz="1200" dirty="0"/>
              <a:t>Action orientation = focus on procedures – what the user wants to get done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IN" sz="1200" dirty="0"/>
              <a:t>Write in user’s perspective = chuck out jargon and developer lingo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IN" sz="1200" dirty="0"/>
              <a:t>Solve a user’s problem = that’s our job! That’s why the user will go to your Help </a:t>
            </a:r>
            <a:r>
              <a:rPr lang="en-IN" sz="1200" dirty="0" err="1"/>
              <a:t>Center</a:t>
            </a:r>
            <a:endParaRPr lang="en-IN" sz="1200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IN" sz="1200" dirty="0"/>
              <a:t>Findability = How will a user find what she’s looking for - clear titles, </a:t>
            </a:r>
            <a:r>
              <a:rPr lang="en-IN" sz="1200" dirty="0" err="1"/>
              <a:t>ToC</a:t>
            </a:r>
            <a:r>
              <a:rPr lang="en-IN" sz="1200" dirty="0"/>
              <a:t>, Index, Search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890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453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What</a:t>
            </a:r>
            <a:r>
              <a:rPr lang="en-IN" dirty="0"/>
              <a:t>: 4 principles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Action oriented (focus on procedures)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Write in user’s perspective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Solve user’s problem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Findability (clear titles, </a:t>
            </a:r>
            <a:r>
              <a:rPr lang="en-IN" dirty="0" err="1"/>
              <a:t>ToC</a:t>
            </a:r>
            <a:r>
              <a:rPr lang="en-IN" dirty="0"/>
              <a:t>, Index, Search)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857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What</a:t>
            </a:r>
            <a:r>
              <a:rPr lang="en-IN" dirty="0"/>
              <a:t>: 4 principles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Action oriented (focus on procedures)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Write in user’s perspective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Solve user’s problem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Findability (clear titles, </a:t>
            </a:r>
            <a:r>
              <a:rPr lang="en-IN" dirty="0" err="1"/>
              <a:t>ToC</a:t>
            </a:r>
            <a:r>
              <a:rPr lang="en-IN" dirty="0"/>
              <a:t>, Index, Search)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655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Loading page icon – that doesn’t need any explanation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804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Thought behind a layered approach to help </a:t>
            </a:r>
          </a:p>
          <a:p>
            <a:r>
              <a:rPr lang="en-IN" dirty="0"/>
              <a:t>Putting everything together</a:t>
            </a:r>
          </a:p>
          <a:p>
            <a:r>
              <a:rPr lang="en-IN" dirty="0"/>
              <a:t>Getting organized</a:t>
            </a:r>
          </a:p>
          <a:p>
            <a:r>
              <a:rPr lang="en-IN" dirty="0"/>
              <a:t>This will take a few moments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  <a:p>
            <a:r>
              <a:rPr lang="en-IN" dirty="0"/>
              <a:t>Embedded help: Text in the UI, Embedded help as Smart ToolTips, Cool </a:t>
            </a:r>
            <a:r>
              <a:rPr lang="en-IN" dirty="0" err="1"/>
              <a:t>Walkthrus</a:t>
            </a:r>
            <a:r>
              <a:rPr lang="en-IN" dirty="0"/>
              <a:t>, </a:t>
            </a:r>
            <a:r>
              <a:rPr lang="en-IN" dirty="0" err="1"/>
              <a:t>ShoutOuts</a:t>
            </a:r>
            <a:r>
              <a:rPr lang="en-IN" dirty="0"/>
              <a:t> to get attention)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583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Loading page icon – that doesn’t need any explanation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6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Site down time – new twist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042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Loading page icon – that doesn’t need any explanation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1478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160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Less of: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Tech speak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Info dumps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Endless PDFs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563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Minimalism is now more of: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Layered approach to help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Smaller chunks of info</a:t>
            </a:r>
          </a:p>
          <a:p>
            <a:r>
              <a:rPr lang="en-IN" dirty="0"/>
              <a:t>Embedded help: Text in the UI, Smart ToolTips, Cool </a:t>
            </a:r>
            <a:r>
              <a:rPr lang="en-IN" dirty="0" err="1"/>
              <a:t>Walkthrus</a:t>
            </a:r>
            <a:r>
              <a:rPr lang="en-IN" dirty="0"/>
              <a:t>, </a:t>
            </a:r>
            <a:r>
              <a:rPr lang="en-IN" dirty="0" err="1"/>
              <a:t>ShoutOuts</a:t>
            </a:r>
            <a:r>
              <a:rPr lang="en-IN" dirty="0"/>
              <a:t>, Videos</a:t>
            </a:r>
          </a:p>
          <a:p>
            <a:r>
              <a:rPr lang="en-IN" dirty="0"/>
              <a:t>Non-embedded help – Articles/Topics - Focus on headings, Searchability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Discoverability – for humans and BOTs alike!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23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689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1973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F5143-B227-461B-9BE7-5C06AA09CA9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43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35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3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33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68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71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840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94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867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03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21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9527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012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7308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21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659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98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096DE-299B-44D4-B5BE-BFF3774D0151}" type="datetimeFigureOut">
              <a:rPr lang="en-IN" smtClean="0"/>
              <a:t>27-03-2019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36C0A19-DBE0-4CAD-8D9B-052CA2958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443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jp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jpg"/><Relationship Id="rId10" Type="http://schemas.openxmlformats.org/officeDocument/2006/relationships/image" Target="../media/image26.jpg"/><Relationship Id="rId4" Type="http://schemas.openxmlformats.org/officeDocument/2006/relationships/image" Target="../media/image20.png"/><Relationship Id="rId9" Type="http://schemas.openxmlformats.org/officeDocument/2006/relationships/image" Target="../media/image2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4966-8163-4C93-B6FB-14B84C0C6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Minimalism Works  </a:t>
            </a:r>
            <a:br>
              <a:rPr lang="en-IN" dirty="0"/>
            </a:br>
            <a:r>
              <a:rPr lang="en-IN" sz="4000" i="1" dirty="0"/>
              <a:t>Does It, Really?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CFBD5-0755-472B-9778-BDAA67473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0535" y="4769886"/>
            <a:ext cx="4511040" cy="1655762"/>
          </a:xfrm>
        </p:spPr>
        <p:txBody>
          <a:bodyPr/>
          <a:lstStyle/>
          <a:p>
            <a:pPr algn="r"/>
            <a:r>
              <a:rPr lang="en-IN" dirty="0" err="1">
                <a:solidFill>
                  <a:schemeClr val="tx1"/>
                </a:solidFill>
              </a:rPr>
              <a:t>Urmilla</a:t>
            </a:r>
            <a:r>
              <a:rPr lang="en-IN" dirty="0">
                <a:solidFill>
                  <a:schemeClr val="tx1"/>
                </a:solidFill>
              </a:rPr>
              <a:t> Chandran from Zenoti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for STC India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 Hyderabad Session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30</a:t>
            </a:r>
            <a:r>
              <a:rPr lang="en-IN" baseline="30000" dirty="0">
                <a:solidFill>
                  <a:schemeClr val="tx1"/>
                </a:solidFill>
              </a:rPr>
              <a:t>th</a:t>
            </a:r>
            <a:r>
              <a:rPr lang="en-IN" dirty="0">
                <a:solidFill>
                  <a:schemeClr val="tx1"/>
                </a:solidFill>
              </a:rPr>
              <a:t> March 2019</a:t>
            </a:r>
          </a:p>
        </p:txBody>
      </p:sp>
    </p:spTree>
    <p:extLst>
      <p:ext uri="{BB962C8B-B14F-4D97-AF65-F5344CB8AC3E}">
        <p14:creationId xmlns:p14="http://schemas.microsoft.com/office/powerpoint/2010/main" val="3815790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15A6-9621-4FFC-93A6-97679BCF3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35" y="2243667"/>
            <a:ext cx="8596668" cy="1826581"/>
          </a:xfrm>
        </p:spPr>
        <p:txBody>
          <a:bodyPr/>
          <a:lstStyle/>
          <a:p>
            <a:r>
              <a:rPr lang="en-IN" dirty="0"/>
              <a:t>Minimalism – Examples from the World Around Us</a:t>
            </a:r>
          </a:p>
        </p:txBody>
      </p:sp>
    </p:spTree>
    <p:extLst>
      <p:ext uri="{BB962C8B-B14F-4D97-AF65-F5344CB8AC3E}">
        <p14:creationId xmlns:p14="http://schemas.microsoft.com/office/powerpoint/2010/main" val="3566060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2E6F2-E5C6-4735-8203-9A950F91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Works - Examples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C581D6D-5C7F-4155-A267-B99CAC7F2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581" y="1930400"/>
            <a:ext cx="6497116" cy="375678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A955E-2521-4F15-BE89-318CDBFA9282}"/>
              </a:ext>
            </a:extLst>
          </p:cNvPr>
          <p:cNvSpPr txBox="1"/>
          <p:nvPr/>
        </p:nvSpPr>
        <p:spPr>
          <a:xfrm>
            <a:off x="1226156" y="2410931"/>
            <a:ext cx="2556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Lego</a:t>
            </a:r>
          </a:p>
        </p:txBody>
      </p:sp>
    </p:spTree>
    <p:extLst>
      <p:ext uri="{BB962C8B-B14F-4D97-AF65-F5344CB8AC3E}">
        <p14:creationId xmlns:p14="http://schemas.microsoft.com/office/powerpoint/2010/main" val="368633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2E6F2-E5C6-4735-8203-9A950F91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Works - 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82AB93-6AEC-49A2-A65A-CB8157F77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696" y="1762194"/>
            <a:ext cx="4303713" cy="166680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9C72FB-DC13-45A2-903B-6E37FC199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018" y="3500506"/>
            <a:ext cx="2438398" cy="30705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A955E-2521-4F15-BE89-318CDBFA9282}"/>
              </a:ext>
            </a:extLst>
          </p:cNvPr>
          <p:cNvSpPr txBox="1"/>
          <p:nvPr/>
        </p:nvSpPr>
        <p:spPr>
          <a:xfrm>
            <a:off x="1226156" y="2410931"/>
            <a:ext cx="2556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Ikea</a:t>
            </a:r>
          </a:p>
        </p:txBody>
      </p:sp>
    </p:spTree>
    <p:extLst>
      <p:ext uri="{BB962C8B-B14F-4D97-AF65-F5344CB8AC3E}">
        <p14:creationId xmlns:p14="http://schemas.microsoft.com/office/powerpoint/2010/main" val="356269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3B5B-0760-4D6B-846A-DD5758788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Works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7CE9F-CAEB-40C5-BF8E-A7BC6B1AC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7035" y="1825625"/>
            <a:ext cx="5181600" cy="4351338"/>
          </a:xfrm>
        </p:spPr>
        <p:txBody>
          <a:bodyPr/>
          <a:lstStyle/>
          <a:p>
            <a:r>
              <a:rPr lang="en-IN" dirty="0"/>
              <a:t>In 31 pages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503C41-B3B6-46B4-9FC3-2289C079D2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497" y="1825625"/>
            <a:ext cx="3275805" cy="4351338"/>
          </a:xfrm>
        </p:spPr>
      </p:pic>
    </p:spTree>
    <p:extLst>
      <p:ext uri="{BB962C8B-B14F-4D97-AF65-F5344CB8AC3E}">
        <p14:creationId xmlns:p14="http://schemas.microsoft.com/office/powerpoint/2010/main" val="50431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896D-F3CA-4230-AD9B-E7A63D365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Works - Examples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6E4001-73BF-4EC4-BF12-EFDCA610E1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9501809" cy="3642181"/>
          </a:xfrm>
        </p:spPr>
      </p:pic>
    </p:spTree>
    <p:extLst>
      <p:ext uri="{BB962C8B-B14F-4D97-AF65-F5344CB8AC3E}">
        <p14:creationId xmlns:p14="http://schemas.microsoft.com/office/powerpoint/2010/main" val="86785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15A6-9621-4FFC-93A6-97679BCF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in Technical Writing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97E47-36C9-44F7-975B-EE9604470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99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D9A6-0068-4AA2-B399-B2A449CA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– The 3 W’s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CE4C-D76E-438D-BF56-67DA14654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920"/>
            <a:ext cx="8596668" cy="4812030"/>
          </a:xfrm>
        </p:spPr>
        <p:txBody>
          <a:bodyPr>
            <a:normAutofit fontScale="70000" lnSpcReduction="20000"/>
          </a:bodyPr>
          <a:lstStyle/>
          <a:p>
            <a:r>
              <a:rPr lang="en-IN" sz="4000" b="1" dirty="0"/>
              <a:t>When</a:t>
            </a:r>
            <a:r>
              <a:rPr lang="en-IN" sz="4000" dirty="0"/>
              <a:t>: 1980’s in technical communication, IBM</a:t>
            </a:r>
            <a:br>
              <a:rPr lang="en-IN" sz="3600" dirty="0"/>
            </a:br>
            <a:endParaRPr lang="en-IN" sz="3600" dirty="0"/>
          </a:p>
          <a:p>
            <a:r>
              <a:rPr lang="en-IN" sz="4000" b="1" dirty="0"/>
              <a:t>Who</a:t>
            </a:r>
            <a:r>
              <a:rPr lang="en-IN" sz="4000" dirty="0"/>
              <a:t>: </a:t>
            </a:r>
            <a:r>
              <a:rPr lang="en-IN" sz="4000" dirty="0">
                <a:solidFill>
                  <a:srgbClr val="212121"/>
                </a:solidFill>
                <a:ea typeface="Calibri" panose="020F0502020204030204" pitchFamily="34" charset="0"/>
              </a:rPr>
              <a:t>Professor of Information Sciences and Technology, Penn State,</a:t>
            </a:r>
            <a:r>
              <a:rPr lang="en-IN" sz="4000" dirty="0"/>
              <a:t> John M. Carroll</a:t>
            </a:r>
          </a:p>
          <a:p>
            <a:endParaRPr lang="en-IN" sz="3000" dirty="0"/>
          </a:p>
          <a:p>
            <a:r>
              <a:rPr lang="en-IN" sz="4000" b="1" dirty="0"/>
              <a:t>What</a:t>
            </a:r>
            <a:r>
              <a:rPr lang="en-IN" sz="4000" dirty="0"/>
              <a:t>: 4 principles</a:t>
            </a:r>
            <a:br>
              <a:rPr lang="en-IN" sz="4000" dirty="0"/>
            </a:br>
            <a:endParaRPr lang="en-IN" sz="4000" dirty="0"/>
          </a:p>
          <a:p>
            <a:pPr marL="971550" lvl="1" indent="-514350">
              <a:buFont typeface="+mj-lt"/>
              <a:buAutoNum type="arabicPeriod"/>
            </a:pPr>
            <a:r>
              <a:rPr lang="en-IN" sz="4000" dirty="0"/>
              <a:t>Action oriented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4000" dirty="0"/>
              <a:t>Write in user’s perspective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4000" dirty="0"/>
              <a:t>Solve user’s problem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4000" dirty="0"/>
              <a:t>Findability</a:t>
            </a:r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0C83BB-02F2-4B17-96DD-3B61D0EB86BE}"/>
              </a:ext>
            </a:extLst>
          </p:cNvPr>
          <p:cNvSpPr txBox="1">
            <a:spLocks/>
          </p:cNvSpPr>
          <p:nvPr/>
        </p:nvSpPr>
        <p:spPr>
          <a:xfrm>
            <a:off x="838200" y="3596640"/>
            <a:ext cx="10515600" cy="2411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13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D9A6-0068-4AA2-B399-B2A449CA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– Ground Realities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CE4C-D76E-438D-BF56-67DA1465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Complex products</a:t>
            </a:r>
          </a:p>
          <a:p>
            <a:r>
              <a:rPr lang="en-IN" dirty="0"/>
              <a:t>Complex set ups</a:t>
            </a:r>
          </a:p>
          <a:p>
            <a:r>
              <a:rPr lang="en-IN" dirty="0"/>
              <a:t>Interdependent modules</a:t>
            </a:r>
          </a:p>
          <a:p>
            <a:r>
              <a:rPr lang="en-IN" dirty="0"/>
              <a:t>Roles and Permissions</a:t>
            </a:r>
          </a:p>
          <a:p>
            <a:r>
              <a:rPr lang="en-IN" dirty="0"/>
              <a:t>Different end users for the same topic/article</a:t>
            </a: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986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D9A6-0068-4AA2-B399-B2A449CA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– Ground Realities: </a:t>
            </a:r>
            <a:br>
              <a:rPr lang="en-IN" dirty="0"/>
            </a:br>
            <a:r>
              <a:rPr lang="en-IN" dirty="0"/>
              <a:t>What We Can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CE4C-D76E-438D-BF56-67DA1465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Focus on procedures  </a:t>
            </a:r>
          </a:p>
          <a:p>
            <a:r>
              <a:rPr lang="en-IN" dirty="0"/>
              <a:t>Focus on user’s need and solve a user’s problem</a:t>
            </a:r>
          </a:p>
          <a:p>
            <a:r>
              <a:rPr lang="en-IN" dirty="0"/>
              <a:t>Make it easier for the user to find what we write</a:t>
            </a:r>
            <a:br>
              <a:rPr lang="en-IN" dirty="0"/>
            </a:br>
            <a:r>
              <a:rPr lang="en-IN" dirty="0"/>
              <a:t>(</a:t>
            </a:r>
            <a:r>
              <a:rPr lang="en-IN" dirty="0" err="1"/>
              <a:t>ToC</a:t>
            </a:r>
            <a:r>
              <a:rPr lang="en-IN" dirty="0"/>
              <a:t>, Search, Chunk, Titles) </a:t>
            </a:r>
          </a:p>
          <a:p>
            <a:r>
              <a:rPr lang="en-IN" dirty="0"/>
              <a:t>Make more visual (GIFs, Videos, Flow charts, Swim lanes)</a:t>
            </a:r>
          </a:p>
          <a:p>
            <a:r>
              <a:rPr lang="en-IN" dirty="0"/>
              <a:t>Write conversationally (New trend) </a:t>
            </a: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493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D9A6-0068-4AA2-B399-B2A449CA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– Ground Realities: </a:t>
            </a:r>
            <a:br>
              <a:rPr lang="en-IN" dirty="0"/>
            </a:br>
            <a:r>
              <a:rPr lang="en-IN" dirty="0"/>
              <a:t>What We Can’t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CE4C-D76E-438D-BF56-67DA1465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Fit everything in 4 frames</a:t>
            </a:r>
          </a:p>
          <a:p>
            <a:r>
              <a:rPr lang="en-IN" dirty="0"/>
              <a:t>Oversimplify</a:t>
            </a:r>
          </a:p>
          <a:p>
            <a:r>
              <a:rPr lang="en-IN" dirty="0"/>
              <a:t>Get away with sketchy details</a:t>
            </a:r>
          </a:p>
          <a:p>
            <a:r>
              <a:rPr lang="en-IN" dirty="0"/>
              <a:t>Leave the user confused, dazed, irritable, resigned</a:t>
            </a: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159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15A6-9621-4FFC-93A6-97679BCF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Redefined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97E47-36C9-44F7-975B-EE9604470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985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26C8-C539-4631-B55B-B87BD21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– Examples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3D661E-8EE0-48A4-ACA4-2C3864515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" y="2048906"/>
            <a:ext cx="4771429" cy="12666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507899C-8CB9-42DA-B802-849C8E70F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482" y="2682239"/>
            <a:ext cx="5095238" cy="3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5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26C8-C539-4631-B55B-B87BD21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and Conversational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DC313C-3FC1-4A73-92BD-A425CBB69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681163"/>
            <a:ext cx="10806748" cy="823912"/>
          </a:xfrm>
        </p:spPr>
        <p:txBody>
          <a:bodyPr/>
          <a:lstStyle/>
          <a:p>
            <a:r>
              <a:rPr lang="en-IN" dirty="0"/>
              <a:t>New trend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A083B-E5C9-454C-97D9-ECD81469F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320" y="2505075"/>
            <a:ext cx="10700068" cy="3684588"/>
          </a:xfrm>
        </p:spPr>
        <p:txBody>
          <a:bodyPr/>
          <a:lstStyle/>
          <a:p>
            <a:r>
              <a:rPr lang="en-IN" dirty="0"/>
              <a:t>Keep the reader informed … in an </a:t>
            </a:r>
            <a:r>
              <a:rPr lang="en-IN" i="1" dirty="0"/>
              <a:t>engaging</a:t>
            </a:r>
            <a:r>
              <a:rPr lang="en-IN" dirty="0"/>
              <a:t> way.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968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26C8-C539-4631-B55B-B87BD21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and Conversational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2C225-165A-4445-8787-659AE29BE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48" y="1662333"/>
            <a:ext cx="4880584" cy="3108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E2E9F1-7A77-4624-BF9B-320D774DD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954" y="3004626"/>
            <a:ext cx="5676190" cy="3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26C8-C539-4631-B55B-B87BD21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– Examples – Site Downtime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EDBFE-B62E-4409-80FC-8FD1D4CD8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1469734"/>
            <a:ext cx="5819048" cy="27523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7FEAFB-0900-4191-A904-72DC27CC4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048" y="3231099"/>
            <a:ext cx="5000000" cy="3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7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26C8-C539-4631-B55B-B87BD21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– Examples – Page Not Found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0EB3D-971A-4207-8721-5D5639F3E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50" y="1550274"/>
            <a:ext cx="5642890" cy="14107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CD5C38-02DB-4A7F-9A35-C7F2FD5F6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106" y="2697480"/>
            <a:ext cx="5693606" cy="391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3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D9A6-0068-4AA2-B399-B2A449CA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– ‘Old’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CE4C-D76E-438D-BF56-67DA1465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831BC5-6B7A-432A-A736-6C9EE2F2F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88" y="2100428"/>
            <a:ext cx="1923810" cy="2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00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26C8-C539-4631-B55B-B87BD21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– New Definition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74A53C-75DD-49F2-A38A-8F632BE51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6439" y="4477407"/>
            <a:ext cx="1851340" cy="17635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EB88D4-586B-48CD-89B4-A7D4106DC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43" y="2994057"/>
            <a:ext cx="8449208" cy="25157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A302752-C043-481C-B1D1-3A7012261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439" y="1294149"/>
            <a:ext cx="1664524" cy="16314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C6831B-CCE0-4BFD-B0AE-4E6DAA1F3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7472" y="1552734"/>
            <a:ext cx="1114286" cy="1114286"/>
          </a:xfrm>
          <a:prstGeom prst="rect">
            <a:avLst/>
          </a:prstGeom>
        </p:spPr>
      </p:pic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9439B87-5432-410B-970A-8F5E73A645A6}"/>
              </a:ext>
            </a:extLst>
          </p:cNvPr>
          <p:cNvSpPr txBox="1">
            <a:spLocks/>
          </p:cNvSpPr>
          <p:nvPr/>
        </p:nvSpPr>
        <p:spPr>
          <a:xfrm>
            <a:off x="409043" y="1821746"/>
            <a:ext cx="2791357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/>
              <a:t>Less of what?</a:t>
            </a:r>
          </a:p>
        </p:txBody>
      </p:sp>
    </p:spTree>
    <p:extLst>
      <p:ext uri="{BB962C8B-B14F-4D97-AF65-F5344CB8AC3E}">
        <p14:creationId xmlns:p14="http://schemas.microsoft.com/office/powerpoint/2010/main" val="187041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26C8-C539-4631-B55B-B87BD21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Minimalism – New Definition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DC313C-3FC1-4A73-92BD-A425CBB69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6775" y="1837352"/>
            <a:ext cx="3806185" cy="576262"/>
          </a:xfrm>
        </p:spPr>
        <p:txBody>
          <a:bodyPr/>
          <a:lstStyle/>
          <a:p>
            <a:r>
              <a:rPr lang="en-IN" sz="2800" dirty="0"/>
              <a:t>More of what?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1C5DB-9B1C-4E40-B418-7CA410109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75" y="3072691"/>
            <a:ext cx="1263480" cy="9175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CE1C08-8D43-4A94-BDCB-806E4E2AB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51" y="3002968"/>
            <a:ext cx="1220700" cy="10570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41936B9-CC25-4E6C-A7F4-7262C23275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390" y="2929565"/>
            <a:ext cx="1122548" cy="11225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D60296B-E083-473E-918E-802ADFFB3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077" y="2967387"/>
            <a:ext cx="1292182" cy="104690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C30093-F0E3-4FDC-BDEE-531F3DCF2A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0218" y="1557422"/>
            <a:ext cx="1104762" cy="1085714"/>
          </a:xfrm>
          <a:prstGeom prst="rect">
            <a:avLst/>
          </a:prstGeom>
        </p:spPr>
      </p:pic>
      <p:pic>
        <p:nvPicPr>
          <p:cNvPr id="27" name="Picture 26" descr="A close up of a sign&#10;&#10;Description generated with high confidence">
            <a:extLst>
              <a:ext uri="{FF2B5EF4-FFF2-40B4-BE49-F238E27FC236}">
                <a16:creationId xmlns:a16="http://schemas.microsoft.com/office/drawing/2014/main" id="{C4DD2832-A16F-4785-93AA-89DF68DCB4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002" y="2988196"/>
            <a:ext cx="1118070" cy="108657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4EB7308-C4AF-47BB-8FA2-AA8BE88E7E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836" y="4926697"/>
            <a:ext cx="3266144" cy="1658994"/>
          </a:xfrm>
          <a:prstGeom prst="rect">
            <a:avLst/>
          </a:prstGeom>
        </p:spPr>
      </p:pic>
      <p:pic>
        <p:nvPicPr>
          <p:cNvPr id="29" name="Picture 28" descr="A drawing of a person&#10;&#10;Description generated with high confidence">
            <a:extLst>
              <a:ext uri="{FF2B5EF4-FFF2-40B4-BE49-F238E27FC236}">
                <a16:creationId xmlns:a16="http://schemas.microsoft.com/office/drawing/2014/main" id="{A8352719-6EFC-4692-8047-52604AB709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422" y="4926697"/>
            <a:ext cx="2857500" cy="1600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900AF5F-FFB4-47A2-9268-B2B8FFA665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942" y="5045720"/>
            <a:ext cx="2376578" cy="148117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63E5B8F-5337-462C-9A51-E170BE71D5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7851" y="687895"/>
            <a:ext cx="1404448" cy="141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2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D9A6-0068-4AA2-B399-B2A449CA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Whatever the Trends – Basic Principles Stay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CE4C-D76E-438D-BF56-67DA14654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57600" cy="4351338"/>
          </a:xfrm>
        </p:spPr>
        <p:txBody>
          <a:bodyPr/>
          <a:lstStyle/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B92611-B369-413A-8889-B2C2A4E19F99}"/>
              </a:ext>
            </a:extLst>
          </p:cNvPr>
          <p:cNvSpPr txBox="1">
            <a:spLocks/>
          </p:cNvSpPr>
          <p:nvPr/>
        </p:nvSpPr>
        <p:spPr>
          <a:xfrm>
            <a:off x="8244840" y="2141537"/>
            <a:ext cx="365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5B88F7B-DAF1-44B2-A1DC-EC98C9AF9C24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Don’t leave the user dazed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84A0BD-75FC-4087-B5DC-93D60C33A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157" y="3215846"/>
            <a:ext cx="4700458" cy="30325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68BDDA-0E2E-4A28-88D1-4315848D4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712" y="3890036"/>
            <a:ext cx="3206956" cy="233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4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D9A6-0068-4AA2-B399-B2A449CA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Whatever the Trends – Basic Principles Stay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CE4C-D76E-438D-BF56-67DA14654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57600" cy="4351338"/>
          </a:xfrm>
        </p:spPr>
        <p:txBody>
          <a:bodyPr/>
          <a:lstStyle/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B92611-B369-413A-8889-B2C2A4E19F99}"/>
              </a:ext>
            </a:extLst>
          </p:cNvPr>
          <p:cNvSpPr txBox="1">
            <a:spLocks/>
          </p:cNvSpPr>
          <p:nvPr/>
        </p:nvSpPr>
        <p:spPr>
          <a:xfrm>
            <a:off x="8244840" y="2141537"/>
            <a:ext cx="365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5B88F7B-DAF1-44B2-A1DC-EC98C9AF9C24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Don’t leave the user confused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E88F7B-458B-40CF-A346-42BD7A48B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038" y="2379028"/>
            <a:ext cx="3392802" cy="43249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9D5963-49FF-47C7-A692-9EA61EDDA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969" y="3923034"/>
            <a:ext cx="1641642" cy="284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7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D9A6-0068-4AA2-B399-B2A449CA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Whatever the Trends – Basic Principles Stay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CE4C-D76E-438D-BF56-67DA14654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92880" cy="4351338"/>
          </a:xfrm>
        </p:spPr>
        <p:txBody>
          <a:bodyPr/>
          <a:lstStyle/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B92611-B369-413A-8889-B2C2A4E19F99}"/>
              </a:ext>
            </a:extLst>
          </p:cNvPr>
          <p:cNvSpPr txBox="1">
            <a:spLocks/>
          </p:cNvSpPr>
          <p:nvPr/>
        </p:nvSpPr>
        <p:spPr>
          <a:xfrm>
            <a:off x="8244840" y="2141537"/>
            <a:ext cx="365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>
              <a:solidFill>
                <a:srgbClr val="E64690"/>
              </a:solidFill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50022-E103-4601-A712-8B5463A63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034" y="3536402"/>
            <a:ext cx="1269968" cy="2711998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5B88F7B-DAF1-44B2-A1DC-EC98C9AF9C24}"/>
              </a:ext>
            </a:extLst>
          </p:cNvPr>
          <p:cNvSpPr txBox="1">
            <a:spLocks/>
          </p:cNvSpPr>
          <p:nvPr/>
        </p:nvSpPr>
        <p:spPr>
          <a:xfrm>
            <a:off x="905855" y="2211387"/>
            <a:ext cx="4013518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And </a:t>
            </a:r>
            <a:r>
              <a:rPr lang="en-IN" i="1" dirty="0"/>
              <a:t>always</a:t>
            </a:r>
            <a:r>
              <a:rPr lang="en-IN" dirty="0"/>
              <a:t> read what </a:t>
            </a:r>
            <a:br>
              <a:rPr lang="en-IN" dirty="0"/>
            </a:br>
            <a:r>
              <a:rPr lang="en-IN" dirty="0"/>
              <a:t>you write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8FF435-2D96-4617-8BCA-F3D7367C7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545" y="3478196"/>
            <a:ext cx="5513070" cy="289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2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80D4-F071-441F-BD77-0764C1B82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Questions?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7ACEA6-4FFF-42F0-878D-F4EF3F325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998" y="1509233"/>
            <a:ext cx="5973762" cy="439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878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6686</TotalTime>
  <Words>548</Words>
  <Application>Microsoft Office PowerPoint</Application>
  <PresentationFormat>Widescreen</PresentationFormat>
  <Paragraphs>142</Paragraphs>
  <Slides>24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Trebuchet MS</vt:lpstr>
      <vt:lpstr>Wingdings 3</vt:lpstr>
      <vt:lpstr>Facet</vt:lpstr>
      <vt:lpstr>Minimalism Works   Does It, Really?</vt:lpstr>
      <vt:lpstr>Minimalism – Examples from the World Around Us</vt:lpstr>
      <vt:lpstr>Minimalism Works - Examples</vt:lpstr>
      <vt:lpstr>Minimalism Works - Examples</vt:lpstr>
      <vt:lpstr>Minimalism Works - Examples</vt:lpstr>
      <vt:lpstr>Minimalism Works - Examples</vt:lpstr>
      <vt:lpstr>Minimalism in Technical Writing</vt:lpstr>
      <vt:lpstr>Minimalism – The 3 W’s</vt:lpstr>
      <vt:lpstr>Minimalism – Ground Realities and Challenges</vt:lpstr>
      <vt:lpstr>Minimalism – Ground Realities:  What We Can Do</vt:lpstr>
      <vt:lpstr>Minimalism – Ground Realities:  What We Can’t Do</vt:lpstr>
      <vt:lpstr>Minimalism Redefined</vt:lpstr>
      <vt:lpstr>Minimalism – Examples</vt:lpstr>
      <vt:lpstr>Minimalism and Conversational Style</vt:lpstr>
      <vt:lpstr>Minimalism and Conversational Style</vt:lpstr>
      <vt:lpstr>Minimalism – Examples – Site Downtime</vt:lpstr>
      <vt:lpstr>Minimalism – Examples – Page Not Found</vt:lpstr>
      <vt:lpstr>Minimalism – ‘Old’ Definition</vt:lpstr>
      <vt:lpstr>Minimalism – New Definition</vt:lpstr>
      <vt:lpstr>Minimalism – New Definition</vt:lpstr>
      <vt:lpstr>Whatever the Trends – Basic Principles Stay</vt:lpstr>
      <vt:lpstr>Whatever the Trends – Basic Principles Stay</vt:lpstr>
      <vt:lpstr>Whatever the Trends – Basic Principles Stay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Minimalism Works –  Or Does It?</dc:title>
  <dc:creator>uchandran@gmail.com</dc:creator>
  <cp:lastModifiedBy>Chandran, Urmilla</cp:lastModifiedBy>
  <cp:revision>56</cp:revision>
  <dcterms:created xsi:type="dcterms:W3CDTF">2019-03-24T08:31:51Z</dcterms:created>
  <dcterms:modified xsi:type="dcterms:W3CDTF">2019-03-30T03:58:16Z</dcterms:modified>
</cp:coreProperties>
</file>